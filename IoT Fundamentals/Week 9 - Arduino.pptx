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21.png" ContentType="image/png"/>
  <Override PartName="/ppt/media/image19.png" ContentType="image/png"/>
  <Override PartName="/ppt/media/image15.jpeg" ContentType="image/jpeg"/>
  <Override PartName="/ppt/media/image1.jpeg" ContentType="image/jpeg"/>
  <Override PartName="/ppt/media/image6.png" ContentType="image/png"/>
  <Override PartName="/ppt/media/image10.png" ContentType="image/png"/>
  <Override PartName="/ppt/media/image5.png" ContentType="image/png"/>
  <Override PartName="/ppt/media/image14.png" ContentType="image/png"/>
  <Override PartName="/ppt/media/image16.png" ContentType="image/png"/>
  <Override PartName="/ppt/media/image7.png" ContentType="image/png"/>
  <Override PartName="/ppt/media/image2.png" ContentType="image/png"/>
  <Override PartName="/ppt/media/image11.png" ContentType="image/png"/>
  <Override PartName="/ppt/media/image8.png" ContentType="image/png"/>
  <Override PartName="/ppt/media/image17.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slide38.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notesSlide34.xml" ContentType="application/vnd.openxmlformats-officedocument.presentationml.notesSlide+xml"/>
  <Override PartName="/ppt/notesSlides/_rels/notesSlide37.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IE" sz="4400" spc="-1" strike="noStrike">
                <a:solidFill>
                  <a:srgbClr val="000000"/>
                </a:solidFill>
                <a:latin typeface="Arial"/>
              </a:rPr>
              <a:t>Click to move the slide</a:t>
            </a:r>
            <a:endParaRPr b="0" lang="en-IE" sz="4400" spc="-1" strike="noStrike">
              <a:solidFill>
                <a:srgbClr val="000000"/>
              </a:solidFill>
              <a:latin typeface="Arial"/>
            </a:endParaRPr>
          </a:p>
        </p:txBody>
      </p:sp>
      <p:sp>
        <p:nvSpPr>
          <p:cNvPr id="7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E" sz="2000" spc="-1" strike="noStrike">
                <a:solidFill>
                  <a:srgbClr val="000000"/>
                </a:solidFill>
                <a:latin typeface="Arial"/>
              </a:rPr>
              <a:t>Click to edit the notes format</a:t>
            </a:r>
            <a:endParaRPr b="0" lang="en-IE" sz="2000" spc="-1" strike="noStrike">
              <a:solidFill>
                <a:srgbClr val="000000"/>
              </a:solidFill>
              <a:latin typeface="Arial"/>
            </a:endParaRPr>
          </a:p>
        </p:txBody>
      </p:sp>
      <p:sp>
        <p:nvSpPr>
          <p:cNvPr id="7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E" sz="1400" spc="-1" strike="noStrike">
                <a:solidFill>
                  <a:srgbClr val="000000"/>
                </a:solidFill>
                <a:latin typeface="Times New Roman"/>
              </a:rPr>
              <a:t>&lt;header&gt;</a:t>
            </a:r>
            <a:endParaRPr b="0" lang="en-IE" sz="1400" spc="-1" strike="noStrike">
              <a:solidFill>
                <a:srgbClr val="000000"/>
              </a:solidFill>
              <a:latin typeface="Times New Roman"/>
            </a:endParaRPr>
          </a:p>
        </p:txBody>
      </p:sp>
      <p:sp>
        <p:nvSpPr>
          <p:cNvPr id="73" name="PlaceHolder 4"/>
          <p:cNvSpPr>
            <a:spLocks noGrp="1"/>
          </p:cNvSpPr>
          <p:nvPr>
            <p:ph type="dt" idx="31"/>
          </p:nvPr>
        </p:nvSpPr>
        <p:spPr>
          <a:xfrm>
            <a:off x="4278960" y="0"/>
            <a:ext cx="3280680" cy="534240"/>
          </a:xfrm>
          <a:prstGeom prst="rect">
            <a:avLst/>
          </a:prstGeom>
          <a:noFill/>
          <a:ln w="0">
            <a:noFill/>
          </a:ln>
        </p:spPr>
        <p:txBody>
          <a:bodyPr lIns="0" rIns="0" tIns="0" bIns="0" anchor="t">
            <a:noAutofit/>
          </a:bodyPr>
          <a:lstStyle>
            <a:lvl1pPr indent="0" algn="r">
              <a:buNone/>
              <a:defRPr b="0" lang="en-IE" sz="1400" spc="-1" strike="noStrike">
                <a:solidFill>
                  <a:srgbClr val="000000"/>
                </a:solidFill>
                <a:latin typeface="Times New Roman"/>
              </a:defRPr>
            </a:lvl1pPr>
          </a:lstStyle>
          <a:p>
            <a:pPr indent="0" algn="r">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
        <p:nvSpPr>
          <p:cNvPr id="74" name="PlaceHolder 5"/>
          <p:cNvSpPr>
            <a:spLocks noGrp="1"/>
          </p:cNvSpPr>
          <p:nvPr>
            <p:ph type="ftr" idx="32"/>
          </p:nvPr>
        </p:nvSpPr>
        <p:spPr>
          <a:xfrm>
            <a:off x="0" y="10157400"/>
            <a:ext cx="3280680" cy="534240"/>
          </a:xfrm>
          <a:prstGeom prst="rect">
            <a:avLst/>
          </a:prstGeom>
          <a:noFill/>
          <a:ln w="0">
            <a:noFill/>
          </a:ln>
        </p:spPr>
        <p:txBody>
          <a:bodyPr lIns="0" rIns="0" tIns="0" bIns="0" anchor="b">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&lt;footer&gt;</a:t>
            </a:r>
            <a:endParaRPr b="0" lang="en-IE" sz="1400" spc="-1" strike="noStrike">
              <a:solidFill>
                <a:srgbClr val="000000"/>
              </a:solidFill>
              <a:latin typeface="Times New Roman"/>
            </a:endParaRPr>
          </a:p>
        </p:txBody>
      </p:sp>
      <p:sp>
        <p:nvSpPr>
          <p:cNvPr id="75" name="PlaceHolder 6"/>
          <p:cNvSpPr>
            <a:spLocks noGrp="1"/>
          </p:cNvSpPr>
          <p:nvPr>
            <p:ph type="sldNum" idx="33"/>
          </p:nvPr>
        </p:nvSpPr>
        <p:spPr>
          <a:xfrm>
            <a:off x="4278960" y="10157400"/>
            <a:ext cx="3280680" cy="534240"/>
          </a:xfrm>
          <a:prstGeom prst="rect">
            <a:avLst/>
          </a:prstGeom>
          <a:noFill/>
          <a:ln w="0">
            <a:noFill/>
          </a:ln>
        </p:spPr>
        <p:txBody>
          <a:bodyPr lIns="0" rIns="0" tIns="0" bIns="0" anchor="b">
            <a:noAutofit/>
          </a:bodyPr>
          <a:lstStyle>
            <a:lvl1pPr indent="0" algn="r">
              <a:buNone/>
              <a:defRPr b="0" lang="en-IE" sz="1400" spc="-1" strike="noStrike">
                <a:solidFill>
                  <a:srgbClr val="000000"/>
                </a:solidFill>
                <a:latin typeface="Times New Roman"/>
              </a:defRPr>
            </a:lvl1pPr>
          </a:lstStyle>
          <a:p>
            <a:pPr indent="0" algn="r">
              <a:buNone/>
            </a:pPr>
            <a:fld id="{F87CD857-E1C0-4AAE-AD6B-37DAD8790359}" type="slidenum">
              <a:rPr b="0" lang="en-IE" sz="1400" spc="-1" strike="noStrike">
                <a:solidFill>
                  <a:srgbClr val="000000"/>
                </a:solidFill>
                <a:latin typeface="Times New Roman"/>
              </a:rPr>
              <a:t>&lt;number&gt;</a:t>
            </a:fld>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756000" y="1336320"/>
            <a:ext cx="6043680" cy="3604320"/>
          </a:xfrm>
          <a:prstGeom prst="rect">
            <a:avLst/>
          </a:prstGeom>
          <a:ln w="0">
            <a:noFill/>
          </a:ln>
        </p:spPr>
      </p:sp>
      <p:sp>
        <p:nvSpPr>
          <p:cNvPr id="181" name="PlaceHolder 2"/>
          <p:cNvSpPr>
            <a:spLocks noGrp="1"/>
          </p:cNvSpPr>
          <p:nvPr>
            <p:ph type="body"/>
          </p:nvPr>
        </p:nvSpPr>
        <p:spPr>
          <a:xfrm>
            <a:off x="756000" y="5145480"/>
            <a:ext cx="6043680" cy="4205520"/>
          </a:xfrm>
          <a:prstGeom prst="rect">
            <a:avLst/>
          </a:prstGeom>
          <a:noFill/>
          <a:ln w="0">
            <a:noFill/>
          </a:ln>
        </p:spPr>
        <p:txBody>
          <a:bodyPr lIns="91440" rIns="91440" tIns="45720" bIns="45720" anchor="t">
            <a:noAutofit/>
          </a:bodyPr>
          <a:p>
            <a:pPr marL="216000" indent="-216000">
              <a:buNone/>
            </a:pPr>
            <a:endParaRPr b="0" lang="en-IE" sz="1800" spc="-1" strike="noStrike">
              <a:solidFill>
                <a:srgbClr val="000000"/>
              </a:solidFill>
              <a:latin typeface="Arial"/>
            </a:endParaRPr>
          </a:p>
        </p:txBody>
      </p:sp>
      <p:sp>
        <p:nvSpPr>
          <p:cNvPr id="182" name="PlaceHolder 3"/>
          <p:cNvSpPr>
            <a:spLocks noGrp="1"/>
          </p:cNvSpPr>
          <p:nvPr>
            <p:ph type="sldNum" idx="34"/>
          </p:nvPr>
        </p:nvSpPr>
        <p:spPr>
          <a:xfrm>
            <a:off x="4282200" y="10155600"/>
            <a:ext cx="3271680" cy="5320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GB" sz="1200" spc="-1" strike="noStrike">
                <a:solidFill>
                  <a:srgbClr val="000000"/>
                </a:solidFill>
                <a:latin typeface="Times New Roman"/>
                <a:ea typeface="+mn-ea"/>
              </a:defRPr>
            </a:lvl1pPr>
          </a:lstStyle>
          <a:p>
            <a:pPr indent="0" algn="r" defTabSz="914400">
              <a:lnSpc>
                <a:spcPct val="100000"/>
              </a:lnSpc>
              <a:buNone/>
              <a:tabLst>
                <a:tab algn="l" pos="0"/>
              </a:tabLst>
            </a:pPr>
            <a:fld id="{F72A7573-2535-4A85-8D1B-31C5EB8BD63F}" type="slidenum">
              <a:rPr b="0" lang="en-GB" sz="1200" spc="-1" strike="noStrike">
                <a:solidFill>
                  <a:srgbClr val="000000"/>
                </a:solidFill>
                <a:latin typeface="Times New Roman"/>
                <a:ea typeface="+mn-ea"/>
              </a:rPr>
              <a:t>&lt;number&gt;</a:t>
            </a:fld>
            <a:endParaRPr b="0" lang="en-IE"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756000" y="1336320"/>
            <a:ext cx="6043680" cy="3604320"/>
          </a:xfrm>
          <a:prstGeom prst="rect">
            <a:avLst/>
          </a:prstGeom>
          <a:ln w="0">
            <a:noFill/>
          </a:ln>
        </p:spPr>
      </p:sp>
      <p:sp>
        <p:nvSpPr>
          <p:cNvPr id="184" name="PlaceHolder 2"/>
          <p:cNvSpPr>
            <a:spLocks noGrp="1"/>
          </p:cNvSpPr>
          <p:nvPr>
            <p:ph type="body"/>
          </p:nvPr>
        </p:nvSpPr>
        <p:spPr>
          <a:xfrm>
            <a:off x="756000" y="5145480"/>
            <a:ext cx="6043680" cy="4205520"/>
          </a:xfrm>
          <a:prstGeom prst="rect">
            <a:avLst/>
          </a:prstGeom>
          <a:noFill/>
          <a:ln w="0">
            <a:noFill/>
          </a:ln>
        </p:spPr>
        <p:txBody>
          <a:bodyPr lIns="91440" rIns="91440" tIns="45720" bIns="45720" anchor="t">
            <a:noAutofit/>
          </a:bodyPr>
          <a:p>
            <a:pPr marL="216000" indent="-216000">
              <a:buNone/>
            </a:pPr>
            <a:endParaRPr b="0" lang="en-IE" sz="1800" spc="-1" strike="noStrike">
              <a:solidFill>
                <a:srgbClr val="000000"/>
              </a:solidFill>
              <a:latin typeface="Arial"/>
            </a:endParaRPr>
          </a:p>
        </p:txBody>
      </p:sp>
      <p:sp>
        <p:nvSpPr>
          <p:cNvPr id="185" name="PlaceHolder 3"/>
          <p:cNvSpPr>
            <a:spLocks noGrp="1"/>
          </p:cNvSpPr>
          <p:nvPr>
            <p:ph type="sldNum" idx="35"/>
          </p:nvPr>
        </p:nvSpPr>
        <p:spPr>
          <a:xfrm>
            <a:off x="4282200" y="10155600"/>
            <a:ext cx="3271680" cy="5320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GB" sz="1200" spc="-1" strike="noStrike">
                <a:solidFill>
                  <a:srgbClr val="000000"/>
                </a:solidFill>
                <a:latin typeface="Times New Roman"/>
                <a:ea typeface="+mn-ea"/>
              </a:defRPr>
            </a:lvl1pPr>
          </a:lstStyle>
          <a:p>
            <a:pPr indent="0" algn="r" defTabSz="914400">
              <a:lnSpc>
                <a:spcPct val="100000"/>
              </a:lnSpc>
              <a:buNone/>
              <a:tabLst>
                <a:tab algn="l" pos="0"/>
              </a:tabLst>
            </a:pPr>
            <a:fld id="{FA490904-C903-4444-B6E0-3133E6F0DD3C}" type="slidenum">
              <a:rPr b="0" lang="en-GB" sz="1200" spc="-1" strike="noStrike">
                <a:solidFill>
                  <a:srgbClr val="000000"/>
                </a:solidFill>
                <a:latin typeface="Times New Roman"/>
                <a:ea typeface="+mn-ea"/>
              </a:rPr>
              <a:t>&lt;number&gt;</a:t>
            </a:fld>
            <a:endParaRPr b="0" lang="en-IE"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756000" y="1336320"/>
            <a:ext cx="6043680" cy="3604320"/>
          </a:xfrm>
          <a:prstGeom prst="rect">
            <a:avLst/>
          </a:prstGeom>
          <a:ln w="0">
            <a:noFill/>
          </a:ln>
        </p:spPr>
      </p:sp>
      <p:sp>
        <p:nvSpPr>
          <p:cNvPr id="187" name="PlaceHolder 2"/>
          <p:cNvSpPr>
            <a:spLocks noGrp="1"/>
          </p:cNvSpPr>
          <p:nvPr>
            <p:ph type="body"/>
          </p:nvPr>
        </p:nvSpPr>
        <p:spPr>
          <a:xfrm>
            <a:off x="756000" y="5145480"/>
            <a:ext cx="6043680" cy="4205520"/>
          </a:xfrm>
          <a:prstGeom prst="rect">
            <a:avLst/>
          </a:prstGeom>
          <a:noFill/>
          <a:ln w="0">
            <a:noFill/>
          </a:ln>
        </p:spPr>
        <p:txBody>
          <a:bodyPr lIns="91440" rIns="91440" tIns="45720" bIns="45720" anchor="t">
            <a:noAutofit/>
          </a:bodyPr>
          <a:p>
            <a:pPr marL="216000" indent="-216000">
              <a:buNone/>
            </a:pPr>
            <a:endParaRPr b="0" lang="en-IE" sz="1800" spc="-1" strike="noStrike">
              <a:solidFill>
                <a:srgbClr val="000000"/>
              </a:solidFill>
              <a:latin typeface="Arial"/>
            </a:endParaRPr>
          </a:p>
        </p:txBody>
      </p:sp>
      <p:sp>
        <p:nvSpPr>
          <p:cNvPr id="188" name="PlaceHolder 3"/>
          <p:cNvSpPr>
            <a:spLocks noGrp="1"/>
          </p:cNvSpPr>
          <p:nvPr>
            <p:ph type="sldNum" idx="36"/>
          </p:nvPr>
        </p:nvSpPr>
        <p:spPr>
          <a:xfrm>
            <a:off x="4282200" y="10155600"/>
            <a:ext cx="3271680" cy="5320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GB" sz="1200" spc="-1" strike="noStrike">
                <a:solidFill>
                  <a:srgbClr val="000000"/>
                </a:solidFill>
                <a:latin typeface="Times New Roman"/>
                <a:ea typeface="+mn-ea"/>
              </a:defRPr>
            </a:lvl1pPr>
          </a:lstStyle>
          <a:p>
            <a:pPr indent="0" algn="r" defTabSz="914400">
              <a:lnSpc>
                <a:spcPct val="100000"/>
              </a:lnSpc>
              <a:buNone/>
              <a:tabLst>
                <a:tab algn="l" pos="0"/>
              </a:tabLst>
            </a:pPr>
            <a:fld id="{426D18D2-806F-4DD2-BE5B-FFCB6878AD69}" type="slidenum">
              <a:rPr b="0" lang="en-GB" sz="1200" spc="-1" strike="noStrike">
                <a:solidFill>
                  <a:srgbClr val="000000"/>
                </a:solidFill>
                <a:latin typeface="Times New Roman"/>
                <a:ea typeface="+mn-ea"/>
              </a:rPr>
              <a:t>&lt;number&gt;</a:t>
            </a:fld>
            <a:endParaRPr b="0" lang="en-IE"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756000" y="1336320"/>
            <a:ext cx="6043680" cy="3604320"/>
          </a:xfrm>
          <a:prstGeom prst="rect">
            <a:avLst/>
          </a:prstGeom>
          <a:ln w="0">
            <a:noFill/>
          </a:ln>
        </p:spPr>
      </p:sp>
      <p:sp>
        <p:nvSpPr>
          <p:cNvPr id="190" name="PlaceHolder 2"/>
          <p:cNvSpPr>
            <a:spLocks noGrp="1"/>
          </p:cNvSpPr>
          <p:nvPr>
            <p:ph type="body"/>
          </p:nvPr>
        </p:nvSpPr>
        <p:spPr>
          <a:xfrm>
            <a:off x="756000" y="5145480"/>
            <a:ext cx="6043680" cy="4205520"/>
          </a:xfrm>
          <a:prstGeom prst="rect">
            <a:avLst/>
          </a:prstGeom>
          <a:noFill/>
          <a:ln w="0">
            <a:noFill/>
          </a:ln>
        </p:spPr>
        <p:txBody>
          <a:bodyPr lIns="91440" rIns="91440" tIns="45720" bIns="45720" anchor="t">
            <a:noAutofit/>
          </a:bodyPr>
          <a:p>
            <a:pPr marL="216000" indent="-216000">
              <a:buNone/>
            </a:pPr>
            <a:endParaRPr b="0" lang="en-IE" sz="1800" spc="-1" strike="noStrike">
              <a:solidFill>
                <a:srgbClr val="000000"/>
              </a:solidFill>
              <a:latin typeface="Arial"/>
            </a:endParaRPr>
          </a:p>
        </p:txBody>
      </p:sp>
      <p:sp>
        <p:nvSpPr>
          <p:cNvPr id="191" name="PlaceHolder 3"/>
          <p:cNvSpPr>
            <a:spLocks noGrp="1"/>
          </p:cNvSpPr>
          <p:nvPr>
            <p:ph type="sldNum" idx="37"/>
          </p:nvPr>
        </p:nvSpPr>
        <p:spPr>
          <a:xfrm>
            <a:off x="4282200" y="10155600"/>
            <a:ext cx="3271680" cy="5320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GB" sz="1200" spc="-1" strike="noStrike">
                <a:solidFill>
                  <a:srgbClr val="000000"/>
                </a:solidFill>
                <a:latin typeface="Times New Roman"/>
                <a:ea typeface="+mn-ea"/>
              </a:defRPr>
            </a:lvl1pPr>
          </a:lstStyle>
          <a:p>
            <a:pPr indent="0" algn="r" defTabSz="914400">
              <a:lnSpc>
                <a:spcPct val="100000"/>
              </a:lnSpc>
              <a:buNone/>
              <a:tabLst>
                <a:tab algn="l" pos="0"/>
              </a:tabLst>
            </a:pPr>
            <a:fld id="{0CFEE3AF-DF0D-45E9-942E-318BCE300A42}" type="slidenum">
              <a:rPr b="0" lang="en-GB" sz="1200" spc="-1" strike="noStrike">
                <a:solidFill>
                  <a:srgbClr val="000000"/>
                </a:solidFill>
                <a:latin typeface="Times New Roman"/>
                <a:ea typeface="+mn-ea"/>
              </a:rPr>
              <a:t>&lt;number&gt;</a:t>
            </a:fld>
            <a:endParaRPr b="0" lang="en-IE"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6138B5A-2A8B-4E0A-9C28-038A994B3057}" type="slidenum">
              <a:t>&lt;#&gt;</a:t>
            </a:fld>
          </a:p>
        </p:txBody>
      </p:sp>
      <p:sp>
        <p:nvSpPr>
          <p:cNvPr id="6" name="PlaceHolder 5"/>
          <p:cNvSpPr>
            <a:spLocks noGrp="1"/>
          </p:cNvSpPr>
          <p:nvPr>
            <p:ph type="dt" idx="3"/>
          </p:nvPr>
        </p:nvSpPr>
        <p:spPr/>
        <p:txBody>
          <a:bodyPr/>
          <a:p>
            <a:r>
              <a:rPr lang="en-IE"/>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1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E"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34337A6-3767-476C-B1AC-B27F865F2058}" type="slidenum">
              <a:t>&lt;#&gt;</a:t>
            </a:fld>
          </a:p>
        </p:txBody>
      </p:sp>
      <p:sp>
        <p:nvSpPr>
          <p:cNvPr id="6" name="PlaceHolder 5"/>
          <p:cNvSpPr>
            <a:spLocks noGrp="1"/>
          </p:cNvSpPr>
          <p:nvPr>
            <p:ph type="dt" idx="6"/>
          </p:nvPr>
        </p:nvSpPr>
        <p:spPr/>
        <p:txBody>
          <a:bodyPr/>
          <a:p>
            <a:r>
              <a:rPr lang="en-IE"/>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2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D2E010D-EE3F-4375-ABEC-30F07C7FB45A}" type="slidenum">
              <a:t>&lt;#&gt;</a:t>
            </a:fld>
          </a:p>
        </p:txBody>
      </p:sp>
      <p:sp>
        <p:nvSpPr>
          <p:cNvPr id="6" name="PlaceHolder 5"/>
          <p:cNvSpPr>
            <a:spLocks noGrp="1"/>
          </p:cNvSpPr>
          <p:nvPr>
            <p:ph type="dt" idx="9"/>
          </p:nvPr>
        </p:nvSpPr>
        <p:spPr/>
        <p:txBody>
          <a:bodyPr/>
          <a:p>
            <a:r>
              <a:rPr lang="en-IE"/>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ection Header">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2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D3F4879E-FFA1-4A10-BD2F-DEE045AF122D}" type="slidenum">
              <a:t>&lt;#&gt;</a:t>
            </a:fld>
          </a:p>
        </p:txBody>
      </p:sp>
      <p:sp>
        <p:nvSpPr>
          <p:cNvPr id="6" name="PlaceHolder 5"/>
          <p:cNvSpPr>
            <a:spLocks noGrp="1"/>
          </p:cNvSpPr>
          <p:nvPr>
            <p:ph type="dt" idx="12"/>
          </p:nvPr>
        </p:nvSpPr>
        <p:spPr/>
        <p:txBody>
          <a:bodyPr/>
          <a:p>
            <a:r>
              <a:rPr lang="en-IE"/>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01681230-7AC0-4FAB-A483-D9BCC83E92A6}" type="slidenum">
              <a:t>&lt;#&gt;</a:t>
            </a:fld>
          </a:p>
        </p:txBody>
      </p:sp>
      <p:sp>
        <p:nvSpPr>
          <p:cNvPr id="4" name="PlaceHolder 3"/>
          <p:cNvSpPr>
            <a:spLocks noGrp="1"/>
          </p:cNvSpPr>
          <p:nvPr>
            <p:ph type="dt" idx="15"/>
          </p:nvPr>
        </p:nvSpPr>
        <p:spPr/>
        <p:txBody>
          <a:bodyPr/>
          <a:p>
            <a:r>
              <a:rPr lang="en-IE"/>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_">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4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FA6E267B-0463-4C0E-8DD0-DC95F368D4EE}" type="slidenum">
              <a:t>&lt;#&gt;</a:t>
            </a:fld>
          </a:p>
        </p:txBody>
      </p:sp>
      <p:sp>
        <p:nvSpPr>
          <p:cNvPr id="6" name="PlaceHolder 5"/>
          <p:cNvSpPr>
            <a:spLocks noGrp="1"/>
          </p:cNvSpPr>
          <p:nvPr>
            <p:ph type="dt" idx="18"/>
          </p:nvPr>
        </p:nvSpPr>
        <p:spPr/>
        <p:txBody>
          <a:bodyPr/>
          <a:p>
            <a:r>
              <a:rPr lang="en-IE"/>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__">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E868F309-4E1B-469B-87E9-2744D62B397C}" type="slidenum">
              <a:t>&lt;#&gt;</a:t>
            </a:fld>
          </a:p>
        </p:txBody>
      </p:sp>
      <p:sp>
        <p:nvSpPr>
          <p:cNvPr id="6" name="PlaceHolder 5"/>
          <p:cNvSpPr>
            <a:spLocks noGrp="1"/>
          </p:cNvSpPr>
          <p:nvPr>
            <p:ph type="dt" idx="21"/>
          </p:nvPr>
        </p:nvSpPr>
        <p:spPr/>
        <p:txBody>
          <a:bodyPr/>
          <a:p>
            <a:r>
              <a:rPr lang="en-IE"/>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w colour">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ffffff"/>
              </a:solidFill>
              <a:latin typeface="Arial"/>
            </a:endParaRPr>
          </a:p>
        </p:txBody>
      </p:sp>
      <p:sp>
        <p:nvSpPr>
          <p:cNvPr id="5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ffffff"/>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C2FCDE14-551C-4EF5-B1E0-2BE04A305434}" type="slidenum">
              <a:t>&lt;#&gt;</a:t>
            </a:fld>
          </a:p>
        </p:txBody>
      </p:sp>
      <p:sp>
        <p:nvSpPr>
          <p:cNvPr id="6" name="PlaceHolder 5"/>
          <p:cNvSpPr>
            <a:spLocks noGrp="1"/>
          </p:cNvSpPr>
          <p:nvPr>
            <p:ph type="dt" idx="24"/>
          </p:nvPr>
        </p:nvSpPr>
        <p:spPr/>
        <p:txBody>
          <a:bodyPr/>
          <a:p>
            <a:r>
              <a:rPr lang="en-IE"/>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296E0C8C-D5F7-4C38-B56D-91619540E0E9}" type="slidenum">
              <a:t>&lt;#&gt;</a:t>
            </a:fld>
          </a:p>
        </p:txBody>
      </p:sp>
      <p:sp>
        <p:nvSpPr>
          <p:cNvPr id="4" name="PlaceHolder 3"/>
          <p:cNvSpPr>
            <a:spLocks noGrp="1"/>
          </p:cNvSpPr>
          <p:nvPr>
            <p:ph type="dt" idx="27"/>
          </p:nvPr>
        </p:nvSpPr>
        <p:spPr/>
        <p:txBody>
          <a:bodyPr/>
          <a:p>
            <a:r>
              <a:rPr lang="en-IE"/>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___">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E" sz="4400" spc="-1" strike="noStrike">
              <a:solidFill>
                <a:srgbClr val="000000"/>
              </a:solidFill>
              <a:latin typeface="Arial"/>
            </a:endParaRPr>
          </a:p>
        </p:txBody>
      </p:sp>
      <p:sp>
        <p:nvSpPr>
          <p:cNvPr id="6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E"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2C5CB43F-B621-4C68-BB70-096DF0BC7998}" type="slidenum">
              <a:t>&lt;#&gt;</a:t>
            </a:fld>
          </a:p>
        </p:txBody>
      </p:sp>
      <p:sp>
        <p:nvSpPr>
          <p:cNvPr id="6" name="PlaceHolder 5"/>
          <p:cNvSpPr>
            <a:spLocks noGrp="1"/>
          </p:cNvSpPr>
          <p:nvPr>
            <p:ph type="dt" idx="30"/>
          </p:nvPr>
        </p:nvSpPr>
        <p:spPr/>
        <p:txBody>
          <a:bodyPr/>
          <a:p>
            <a:r>
              <a:rPr lang="en-IE"/>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1800" spc="-1" strike="noStrike">
                <a:solidFill>
                  <a:srgbClr val="000000"/>
                </a:solidFill>
                <a:latin typeface="Arial"/>
              </a:rPr>
              <a:t>Click to edit the outline text format</a:t>
            </a:r>
            <a:endParaRPr b="0" lang="en-I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1800" spc="-1" strike="noStrike">
                <a:solidFill>
                  <a:srgbClr val="000000"/>
                </a:solidFill>
                <a:latin typeface="Arial"/>
              </a:rPr>
              <a:t>Second Outline Level</a:t>
            </a:r>
            <a:endParaRPr b="0" lang="en-I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1800" spc="-1" strike="noStrike">
                <a:solidFill>
                  <a:srgbClr val="000000"/>
                </a:solidFill>
                <a:latin typeface="Arial"/>
              </a:rPr>
              <a:t>Third Outline Level</a:t>
            </a:r>
            <a:endParaRPr b="0" lang="en-I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1800" spc="-1" strike="noStrike">
                <a:solidFill>
                  <a:srgbClr val="000000"/>
                </a:solidFill>
                <a:latin typeface="Arial"/>
              </a:rPr>
              <a:t>Fourth Outline Level</a:t>
            </a:r>
            <a:endParaRPr b="0" lang="en-I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1800" spc="-1" strike="noStrike">
                <a:solidFill>
                  <a:srgbClr val="000000"/>
                </a:solidFill>
                <a:latin typeface="Arial"/>
              </a:rPr>
              <a:t>Fifth Outline Level</a:t>
            </a:r>
            <a:endParaRPr b="0" lang="en-I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1800" spc="-1" strike="noStrike">
                <a:solidFill>
                  <a:srgbClr val="000000"/>
                </a:solidFill>
                <a:latin typeface="Arial"/>
              </a:rPr>
              <a:t>Sixth Outline Level</a:t>
            </a:r>
            <a:endParaRPr b="0" lang="en-I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1800" spc="-1" strike="noStrike">
                <a:solidFill>
                  <a:srgbClr val="000000"/>
                </a:solidFill>
                <a:latin typeface="Arial"/>
              </a:rPr>
              <a:t>Seventh Outline Level</a:t>
            </a:r>
            <a:endParaRPr b="0" lang="en-IE" sz="1800" spc="-1" strike="noStrike">
              <a:solidFill>
                <a:srgbClr val="000000"/>
              </a:solidFill>
              <a:latin typeface="Arial"/>
            </a:endParaRPr>
          </a:p>
        </p:txBody>
      </p:sp>
      <p:sp>
        <p:nvSpPr>
          <p:cNvPr id="2" name="PlaceHolder 3"/>
          <p:cNvSpPr>
            <a:spLocks noGrp="1"/>
          </p:cNvSpPr>
          <p:nvPr>
            <p:ph type="ftr" idx="1"/>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3" name="PlaceHolder 4"/>
          <p:cNvSpPr>
            <a:spLocks noGrp="1"/>
          </p:cNvSpPr>
          <p:nvPr>
            <p:ph type="sldNum" idx="2"/>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5868E29B-1F50-4EB3-9AC5-71C633B7D8B3}" type="slidenum">
              <a:rPr b="1" lang="en-GB" sz="1600" spc="-1" strike="noStrike">
                <a:solidFill>
                  <a:srgbClr val="fafbfd"/>
                </a:solidFill>
                <a:latin typeface="Arial"/>
                <a:ea typeface="DejaVu Sans"/>
              </a:rPr>
              <a:t>&lt;number&gt;</a:t>
            </a:fld>
            <a:endParaRPr b="0" lang="en-IE" sz="1600" spc="-1" strike="noStrike">
              <a:solidFill>
                <a:srgbClr val="000000"/>
              </a:solidFill>
              <a:latin typeface="Times New Roman"/>
            </a:endParaRPr>
          </a:p>
        </p:txBody>
      </p:sp>
      <p:sp>
        <p:nvSpPr>
          <p:cNvPr id="4" name="PlaceHolder 5"/>
          <p:cNvSpPr>
            <a:spLocks noGrp="1"/>
          </p:cNvSpPr>
          <p:nvPr>
            <p:ph type="dt" idx="3"/>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8" name="PlaceHolder 2"/>
          <p:cNvSpPr>
            <a:spLocks noGrp="1"/>
          </p:cNvSpPr>
          <p:nvPr>
            <p:ph type="ftr" idx="4"/>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9" name="PlaceHolder 3"/>
          <p:cNvSpPr>
            <a:spLocks noGrp="1"/>
          </p:cNvSpPr>
          <p:nvPr>
            <p:ph type="sldNum" idx="5"/>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167C450F-56E1-43FC-8928-7964415A879D}" type="slidenum">
              <a:rPr b="1" lang="en-GB" sz="1600" spc="-1" strike="noStrike">
                <a:solidFill>
                  <a:srgbClr val="fafbfd"/>
                </a:solidFill>
                <a:latin typeface="Arial"/>
                <a:ea typeface="DejaVu Sans"/>
              </a:rPr>
              <a:t>&lt;number&gt;</a:t>
            </a:fld>
            <a:endParaRPr b="0" lang="en-IE" sz="1600" spc="-1" strike="noStrike">
              <a:solidFill>
                <a:srgbClr val="000000"/>
              </a:solidFill>
              <a:latin typeface="Times New Roman"/>
            </a:endParaRPr>
          </a:p>
        </p:txBody>
      </p:sp>
      <p:sp>
        <p:nvSpPr>
          <p:cNvPr id="10" name="PlaceHolder 4"/>
          <p:cNvSpPr>
            <a:spLocks noGrp="1"/>
          </p:cNvSpPr>
          <p:nvPr>
            <p:ph type="dt" idx="6"/>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3200" spc="-1" strike="noStrike">
                <a:solidFill>
                  <a:srgbClr val="000000"/>
                </a:solidFill>
                <a:latin typeface="Arial"/>
              </a:rPr>
              <a:t>Click to edit the outline text format</a:t>
            </a:r>
            <a:endParaRPr b="0" lang="en-IE"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2800" spc="-1" strike="noStrike">
                <a:solidFill>
                  <a:srgbClr val="000000"/>
                </a:solidFill>
                <a:latin typeface="Arial"/>
              </a:rPr>
              <a:t>Second Outline Level</a:t>
            </a:r>
            <a:endParaRPr b="0" lang="en-IE"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2400" spc="-1" strike="noStrike">
                <a:solidFill>
                  <a:srgbClr val="000000"/>
                </a:solidFill>
                <a:latin typeface="Arial"/>
              </a:rPr>
              <a:t>Third Outline Level</a:t>
            </a:r>
            <a:endParaRPr b="0" lang="en-IE"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2000" spc="-1" strike="noStrike">
                <a:solidFill>
                  <a:srgbClr val="000000"/>
                </a:solidFill>
                <a:latin typeface="Arial"/>
              </a:rPr>
              <a:t>Fourth Outline Level</a:t>
            </a:r>
            <a:endParaRPr b="0" lang="en-IE"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2000" spc="-1" strike="noStrike">
                <a:solidFill>
                  <a:srgbClr val="000000"/>
                </a:solidFill>
                <a:latin typeface="Arial"/>
              </a:rPr>
              <a:t>Fifth Outline Level</a:t>
            </a:r>
            <a:endParaRPr b="0" lang="en-IE"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2000" spc="-1" strike="noStrike">
                <a:solidFill>
                  <a:srgbClr val="000000"/>
                </a:solidFill>
                <a:latin typeface="Arial"/>
              </a:rPr>
              <a:t>Sixth Outline Level</a:t>
            </a:r>
            <a:endParaRPr b="0" lang="en-IE"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2000" spc="-1" strike="noStrike">
                <a:solidFill>
                  <a:srgbClr val="000000"/>
                </a:solidFill>
                <a:latin typeface="Arial"/>
              </a:rPr>
              <a:t>Seventh Outline Level</a:t>
            </a:r>
            <a:endParaRPr b="0" lang="en-IE"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14" name="Rectangle 6"/>
          <p:cNvSpPr/>
          <p:nvPr/>
        </p:nvSpPr>
        <p:spPr>
          <a:xfrm>
            <a:off x="0" y="6311880"/>
            <a:ext cx="12187440" cy="541800"/>
          </a:xfrm>
          <a:prstGeom prst="rect">
            <a:avLst/>
          </a:prstGeom>
          <a:solidFill>
            <a:srgbClr val="00a9b7"/>
          </a:solidFill>
          <a:ln w="12600">
            <a:noFill/>
          </a:ln>
        </p:spPr>
        <p:style>
          <a:lnRef idx="0"/>
          <a:fillRef idx="0"/>
          <a:effectRef idx="0"/>
          <a:fontRef idx="minor"/>
        </p:style>
        <p:txBody>
          <a:bodyPr lIns="90000" rIns="90000" tIns="45000" bIns="45000" anchor="ctr">
            <a:noAutofit/>
          </a:bodyPr>
          <a:p>
            <a:pPr defTabSz="914400">
              <a:lnSpc>
                <a:spcPct val="100000"/>
              </a:lnSpc>
            </a:pPr>
            <a:endParaRPr b="0" lang="en-IE" sz="1800" spc="-1" strike="noStrike">
              <a:solidFill>
                <a:srgbClr val="ffffff"/>
              </a:solidFill>
              <a:latin typeface="Arial"/>
              <a:ea typeface="DejaVu Sans"/>
            </a:endParaRPr>
          </a:p>
        </p:txBody>
      </p:sp>
      <p:sp>
        <p:nvSpPr>
          <p:cNvPr id="1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16"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1800" spc="-1" strike="noStrike">
                <a:solidFill>
                  <a:srgbClr val="000000"/>
                </a:solidFill>
                <a:latin typeface="Arial"/>
              </a:rPr>
              <a:t>Click to edit the outline text format</a:t>
            </a:r>
            <a:endParaRPr b="0" lang="en-I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1800" spc="-1" strike="noStrike">
                <a:solidFill>
                  <a:srgbClr val="000000"/>
                </a:solidFill>
                <a:latin typeface="Arial"/>
              </a:rPr>
              <a:t>Second Outline Level</a:t>
            </a:r>
            <a:endParaRPr b="0" lang="en-I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1800" spc="-1" strike="noStrike">
                <a:solidFill>
                  <a:srgbClr val="000000"/>
                </a:solidFill>
                <a:latin typeface="Arial"/>
              </a:rPr>
              <a:t>Third Outline Level</a:t>
            </a:r>
            <a:endParaRPr b="0" lang="en-I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1800" spc="-1" strike="noStrike">
                <a:solidFill>
                  <a:srgbClr val="000000"/>
                </a:solidFill>
                <a:latin typeface="Arial"/>
              </a:rPr>
              <a:t>Fourth Outline Level</a:t>
            </a:r>
            <a:endParaRPr b="0" lang="en-I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1800" spc="-1" strike="noStrike">
                <a:solidFill>
                  <a:srgbClr val="000000"/>
                </a:solidFill>
                <a:latin typeface="Arial"/>
              </a:rPr>
              <a:t>Fifth Outline Level</a:t>
            </a:r>
            <a:endParaRPr b="0" lang="en-I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1800" spc="-1" strike="noStrike">
                <a:solidFill>
                  <a:srgbClr val="000000"/>
                </a:solidFill>
                <a:latin typeface="Arial"/>
              </a:rPr>
              <a:t>Sixth Outline Level</a:t>
            </a:r>
            <a:endParaRPr b="0" lang="en-I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1800" spc="-1" strike="noStrike">
                <a:solidFill>
                  <a:srgbClr val="000000"/>
                </a:solidFill>
                <a:latin typeface="Arial"/>
              </a:rPr>
              <a:t>Seventh Outline Level</a:t>
            </a:r>
            <a:endParaRPr b="0" lang="en-IE" sz="1800" spc="-1" strike="noStrike">
              <a:solidFill>
                <a:srgbClr val="000000"/>
              </a:solidFill>
              <a:latin typeface="Arial"/>
            </a:endParaRPr>
          </a:p>
        </p:txBody>
      </p:sp>
      <p:sp>
        <p:nvSpPr>
          <p:cNvPr id="17" name="PlaceHolder 3"/>
          <p:cNvSpPr>
            <a:spLocks noGrp="1"/>
          </p:cNvSpPr>
          <p:nvPr>
            <p:ph type="ftr" idx="7"/>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18" name="PlaceHolder 4"/>
          <p:cNvSpPr>
            <a:spLocks noGrp="1"/>
          </p:cNvSpPr>
          <p:nvPr>
            <p:ph type="sldNum" idx="8"/>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E0E72F11-BB10-4196-85C1-868A14F5C564}" type="slidenum">
              <a:rPr b="1" lang="en-GB" sz="1600" spc="-1" strike="noStrike">
                <a:solidFill>
                  <a:srgbClr val="fafbfd"/>
                </a:solidFill>
                <a:latin typeface="Arial"/>
                <a:ea typeface="DejaVu Sans"/>
              </a:rPr>
              <a:t>&lt;number&gt;</a:t>
            </a:fld>
            <a:endParaRPr b="0" lang="en-IE" sz="1600" spc="-1" strike="noStrike">
              <a:solidFill>
                <a:srgbClr val="000000"/>
              </a:solidFill>
              <a:latin typeface="Times New Roman"/>
            </a:endParaRPr>
          </a:p>
        </p:txBody>
      </p:sp>
      <p:sp>
        <p:nvSpPr>
          <p:cNvPr id="19" name="PlaceHolder 5"/>
          <p:cNvSpPr>
            <a:spLocks noGrp="1"/>
          </p:cNvSpPr>
          <p:nvPr>
            <p:ph type="dt" idx="9"/>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2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1800" spc="-1" strike="noStrike">
                <a:solidFill>
                  <a:srgbClr val="000000"/>
                </a:solidFill>
                <a:latin typeface="Arial"/>
              </a:rPr>
              <a:t>Click to edit the outline text format</a:t>
            </a:r>
            <a:endParaRPr b="0" lang="en-I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1800" spc="-1" strike="noStrike">
                <a:solidFill>
                  <a:srgbClr val="000000"/>
                </a:solidFill>
                <a:latin typeface="Arial"/>
              </a:rPr>
              <a:t>Second Outline Level</a:t>
            </a:r>
            <a:endParaRPr b="0" lang="en-I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1800" spc="-1" strike="noStrike">
                <a:solidFill>
                  <a:srgbClr val="000000"/>
                </a:solidFill>
                <a:latin typeface="Arial"/>
              </a:rPr>
              <a:t>Third Outline Level</a:t>
            </a:r>
            <a:endParaRPr b="0" lang="en-I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1800" spc="-1" strike="noStrike">
                <a:solidFill>
                  <a:srgbClr val="000000"/>
                </a:solidFill>
                <a:latin typeface="Arial"/>
              </a:rPr>
              <a:t>Fourth Outline Level</a:t>
            </a:r>
            <a:endParaRPr b="0" lang="en-I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1800" spc="-1" strike="noStrike">
                <a:solidFill>
                  <a:srgbClr val="000000"/>
                </a:solidFill>
                <a:latin typeface="Arial"/>
              </a:rPr>
              <a:t>Fifth Outline Level</a:t>
            </a:r>
            <a:endParaRPr b="0" lang="en-I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1800" spc="-1" strike="noStrike">
                <a:solidFill>
                  <a:srgbClr val="000000"/>
                </a:solidFill>
                <a:latin typeface="Arial"/>
              </a:rPr>
              <a:t>Sixth Outline Level</a:t>
            </a:r>
            <a:endParaRPr b="0" lang="en-I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1800" spc="-1" strike="noStrike">
                <a:solidFill>
                  <a:srgbClr val="000000"/>
                </a:solidFill>
                <a:latin typeface="Arial"/>
              </a:rPr>
              <a:t>Seventh Outline Level</a:t>
            </a:r>
            <a:endParaRPr b="0" lang="en-IE" sz="1800" spc="-1" strike="noStrike">
              <a:solidFill>
                <a:srgbClr val="000000"/>
              </a:solidFill>
              <a:latin typeface="Arial"/>
            </a:endParaRPr>
          </a:p>
        </p:txBody>
      </p:sp>
      <p:sp>
        <p:nvSpPr>
          <p:cNvPr id="24" name="PlaceHolder 3"/>
          <p:cNvSpPr>
            <a:spLocks noGrp="1"/>
          </p:cNvSpPr>
          <p:nvPr>
            <p:ph type="ftr" idx="10"/>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25" name="PlaceHolder 4"/>
          <p:cNvSpPr>
            <a:spLocks noGrp="1"/>
          </p:cNvSpPr>
          <p:nvPr>
            <p:ph type="sldNum" idx="11"/>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7c96cb"/>
                </a:solidFill>
                <a:latin typeface="Arial"/>
                <a:ea typeface="DejaVu Sans"/>
              </a:defRPr>
            </a:lvl1pPr>
          </a:lstStyle>
          <a:p>
            <a:pPr indent="0" algn="r" defTabSz="914400">
              <a:lnSpc>
                <a:spcPct val="100000"/>
              </a:lnSpc>
              <a:buNone/>
              <a:tabLst>
                <a:tab algn="l" pos="0"/>
              </a:tabLst>
            </a:pPr>
            <a:fld id="{B02CC5C7-081D-4310-AE9F-B27E4050BB06}" type="slidenum">
              <a:rPr b="1" lang="en-GB" sz="1600" spc="-1" strike="noStrike">
                <a:solidFill>
                  <a:srgbClr val="7c96cb"/>
                </a:solidFill>
                <a:latin typeface="Arial"/>
                <a:ea typeface="DejaVu Sans"/>
              </a:rPr>
              <a:t>&lt;number&gt;</a:t>
            </a:fld>
            <a:endParaRPr b="0" lang="en-IE" sz="1600" spc="-1" strike="noStrike">
              <a:solidFill>
                <a:srgbClr val="000000"/>
              </a:solidFill>
              <a:latin typeface="Times New Roman"/>
            </a:endParaRPr>
          </a:p>
        </p:txBody>
      </p:sp>
      <p:sp>
        <p:nvSpPr>
          <p:cNvPr id="26" name="PlaceHolder 5"/>
          <p:cNvSpPr>
            <a:spLocks noGrp="1"/>
          </p:cNvSpPr>
          <p:nvPr>
            <p:ph type="dt" idx="12"/>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29" name="PlaceHolder 1"/>
          <p:cNvSpPr>
            <a:spLocks noGrp="1"/>
          </p:cNvSpPr>
          <p:nvPr>
            <p:ph type="ftr" idx="13"/>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30" name="PlaceHolder 2"/>
          <p:cNvSpPr>
            <a:spLocks noGrp="1"/>
          </p:cNvSpPr>
          <p:nvPr>
            <p:ph type="sldNum" idx="14"/>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7c96cb"/>
                </a:solidFill>
                <a:latin typeface="Arial"/>
                <a:ea typeface="DejaVu Sans"/>
              </a:defRPr>
            </a:lvl1pPr>
          </a:lstStyle>
          <a:p>
            <a:pPr indent="0" algn="r" defTabSz="914400">
              <a:lnSpc>
                <a:spcPct val="100000"/>
              </a:lnSpc>
              <a:buNone/>
              <a:tabLst>
                <a:tab algn="l" pos="0"/>
              </a:tabLst>
            </a:pPr>
            <a:fld id="{01285016-25A6-4C02-BE17-DD921EB2835D}" type="slidenum">
              <a:rPr b="1" lang="en-GB" sz="1600" spc="-1" strike="noStrike">
                <a:solidFill>
                  <a:srgbClr val="7c96cb"/>
                </a:solidFill>
                <a:latin typeface="Arial"/>
                <a:ea typeface="DejaVu Sans"/>
              </a:rPr>
              <a:t>&lt;number&gt;</a:t>
            </a:fld>
            <a:endParaRPr b="0" lang="en-IE" sz="1600" spc="-1" strike="noStrike">
              <a:solidFill>
                <a:srgbClr val="000000"/>
              </a:solidFill>
              <a:latin typeface="Times New Roman"/>
            </a:endParaRPr>
          </a:p>
        </p:txBody>
      </p:sp>
      <p:sp>
        <p:nvSpPr>
          <p:cNvPr id="31" name="PlaceHolder 3"/>
          <p:cNvSpPr>
            <a:spLocks noGrp="1"/>
          </p:cNvSpPr>
          <p:nvPr>
            <p:ph type="dt" idx="15"/>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
        <p:nvSpPr>
          <p:cNvPr id="3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E" sz="4400" spc="-1" strike="noStrike">
                <a:solidFill>
                  <a:srgbClr val="000000"/>
                </a:solidFill>
                <a:latin typeface="Arial"/>
              </a:rPr>
              <a:t>Click to edit the title text format</a:t>
            </a:r>
            <a:endParaRPr b="0" lang="en-IE" sz="4400" spc="-1" strike="noStrike">
              <a:solidFill>
                <a:srgbClr val="000000"/>
              </a:solidFill>
              <a:latin typeface="Arial"/>
            </a:endParaRPr>
          </a:p>
        </p:txBody>
      </p:sp>
      <p:sp>
        <p:nvSpPr>
          <p:cNvPr id="3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3200" spc="-1" strike="noStrike">
                <a:solidFill>
                  <a:srgbClr val="000000"/>
                </a:solidFill>
                <a:latin typeface="Arial"/>
              </a:rPr>
              <a:t>Click to edit the outline text format</a:t>
            </a:r>
            <a:endParaRPr b="0" lang="en-IE"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2800" spc="-1" strike="noStrike">
                <a:solidFill>
                  <a:srgbClr val="000000"/>
                </a:solidFill>
                <a:latin typeface="Arial"/>
              </a:rPr>
              <a:t>Second Outline Level</a:t>
            </a:r>
            <a:endParaRPr b="0" lang="en-IE"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2400" spc="-1" strike="noStrike">
                <a:solidFill>
                  <a:srgbClr val="000000"/>
                </a:solidFill>
                <a:latin typeface="Arial"/>
              </a:rPr>
              <a:t>Third Outline Level</a:t>
            </a:r>
            <a:endParaRPr b="0" lang="en-IE"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2000" spc="-1" strike="noStrike">
                <a:solidFill>
                  <a:srgbClr val="000000"/>
                </a:solidFill>
                <a:latin typeface="Arial"/>
              </a:rPr>
              <a:t>Fourth Outline Level</a:t>
            </a:r>
            <a:endParaRPr b="0" lang="en-IE"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2000" spc="-1" strike="noStrike">
                <a:solidFill>
                  <a:srgbClr val="000000"/>
                </a:solidFill>
                <a:latin typeface="Arial"/>
              </a:rPr>
              <a:t>Fifth Outline Level</a:t>
            </a:r>
            <a:endParaRPr b="0" lang="en-IE"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2000" spc="-1" strike="noStrike">
                <a:solidFill>
                  <a:srgbClr val="000000"/>
                </a:solidFill>
                <a:latin typeface="Arial"/>
              </a:rPr>
              <a:t>Sixth Outline Level</a:t>
            </a:r>
            <a:endParaRPr b="0" lang="en-IE"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2000" spc="-1" strike="noStrike">
                <a:solidFill>
                  <a:srgbClr val="000000"/>
                </a:solidFill>
                <a:latin typeface="Arial"/>
              </a:rPr>
              <a:t>Seventh Outline Level</a:t>
            </a:r>
            <a:endParaRPr b="0" lang="en-IE"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34" name="Rectangle 6"/>
          <p:cNvSpPr/>
          <p:nvPr/>
        </p:nvSpPr>
        <p:spPr>
          <a:xfrm>
            <a:off x="0" y="6311880"/>
            <a:ext cx="12187440" cy="541800"/>
          </a:xfrm>
          <a:prstGeom prst="rect">
            <a:avLst/>
          </a:prstGeom>
          <a:solidFill>
            <a:srgbClr val="00a9b7"/>
          </a:solidFill>
          <a:ln w="12600">
            <a:noFill/>
          </a:ln>
        </p:spPr>
        <p:style>
          <a:lnRef idx="0"/>
          <a:fillRef idx="0"/>
          <a:effectRef idx="0"/>
          <a:fontRef idx="minor"/>
        </p:style>
        <p:txBody>
          <a:bodyPr lIns="90000" rIns="90000" tIns="45000" bIns="45000" anchor="ctr">
            <a:noAutofit/>
          </a:bodyPr>
          <a:p>
            <a:pPr defTabSz="914400">
              <a:lnSpc>
                <a:spcPct val="100000"/>
              </a:lnSpc>
            </a:pPr>
            <a:endParaRPr b="0" lang="en-IE" sz="1800" spc="-1" strike="noStrike">
              <a:solidFill>
                <a:srgbClr val="ffffff"/>
              </a:solidFill>
              <a:latin typeface="Arial"/>
              <a:ea typeface="DejaVu Sans"/>
            </a:endParaRPr>
          </a:p>
        </p:txBody>
      </p:sp>
      <p:sp>
        <p:nvSpPr>
          <p:cNvPr id="3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36"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1800" spc="-1" strike="noStrike">
                <a:solidFill>
                  <a:srgbClr val="000000"/>
                </a:solidFill>
                <a:latin typeface="Arial"/>
              </a:rPr>
              <a:t>Click to edit the outline text format</a:t>
            </a:r>
            <a:endParaRPr b="0" lang="en-I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1800" spc="-1" strike="noStrike">
                <a:solidFill>
                  <a:srgbClr val="000000"/>
                </a:solidFill>
                <a:latin typeface="Arial"/>
              </a:rPr>
              <a:t>Second Outline Level</a:t>
            </a:r>
            <a:endParaRPr b="0" lang="en-I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1800" spc="-1" strike="noStrike">
                <a:solidFill>
                  <a:srgbClr val="000000"/>
                </a:solidFill>
                <a:latin typeface="Arial"/>
              </a:rPr>
              <a:t>Third Outline Level</a:t>
            </a:r>
            <a:endParaRPr b="0" lang="en-I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1800" spc="-1" strike="noStrike">
                <a:solidFill>
                  <a:srgbClr val="000000"/>
                </a:solidFill>
                <a:latin typeface="Arial"/>
              </a:rPr>
              <a:t>Fourth Outline Level</a:t>
            </a:r>
            <a:endParaRPr b="0" lang="en-I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1800" spc="-1" strike="noStrike">
                <a:solidFill>
                  <a:srgbClr val="000000"/>
                </a:solidFill>
                <a:latin typeface="Arial"/>
              </a:rPr>
              <a:t>Fifth Outline Level</a:t>
            </a:r>
            <a:endParaRPr b="0" lang="en-I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1800" spc="-1" strike="noStrike">
                <a:solidFill>
                  <a:srgbClr val="000000"/>
                </a:solidFill>
                <a:latin typeface="Arial"/>
              </a:rPr>
              <a:t>Sixth Outline Level</a:t>
            </a:r>
            <a:endParaRPr b="0" lang="en-I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1800" spc="-1" strike="noStrike">
                <a:solidFill>
                  <a:srgbClr val="000000"/>
                </a:solidFill>
                <a:latin typeface="Arial"/>
              </a:rPr>
              <a:t>Seventh Outline Level</a:t>
            </a:r>
            <a:endParaRPr b="0" lang="en-IE" sz="1800" spc="-1" strike="noStrike">
              <a:solidFill>
                <a:srgbClr val="000000"/>
              </a:solidFill>
              <a:latin typeface="Arial"/>
            </a:endParaRPr>
          </a:p>
        </p:txBody>
      </p:sp>
      <p:sp>
        <p:nvSpPr>
          <p:cNvPr id="37" name="PlaceHolder 3"/>
          <p:cNvSpPr>
            <a:spLocks noGrp="1"/>
          </p:cNvSpPr>
          <p:nvPr>
            <p:ph type="ftr" idx="16"/>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38" name="PlaceHolder 4"/>
          <p:cNvSpPr>
            <a:spLocks noGrp="1"/>
          </p:cNvSpPr>
          <p:nvPr>
            <p:ph type="sldNum" idx="17"/>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17C203B1-FA4E-499B-AADB-114DF0FB3C90}" type="slidenum">
              <a:rPr b="1" lang="en-GB" sz="1600" spc="-1" strike="noStrike">
                <a:solidFill>
                  <a:srgbClr val="fafbfd"/>
                </a:solidFill>
                <a:latin typeface="Arial"/>
                <a:ea typeface="DejaVu Sans"/>
              </a:rPr>
              <a:t>&lt;number&gt;</a:t>
            </a:fld>
            <a:endParaRPr b="0" lang="en-IE" sz="1600" spc="-1" strike="noStrike">
              <a:solidFill>
                <a:srgbClr val="000000"/>
              </a:solidFill>
              <a:latin typeface="Times New Roman"/>
            </a:endParaRPr>
          </a:p>
        </p:txBody>
      </p:sp>
      <p:sp>
        <p:nvSpPr>
          <p:cNvPr id="39" name="PlaceHolder 5"/>
          <p:cNvSpPr>
            <a:spLocks noGrp="1"/>
          </p:cNvSpPr>
          <p:nvPr>
            <p:ph type="dt" idx="18"/>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42" name="Rectangle 6"/>
          <p:cNvSpPr/>
          <p:nvPr/>
        </p:nvSpPr>
        <p:spPr>
          <a:xfrm>
            <a:off x="0" y="6311880"/>
            <a:ext cx="12187440" cy="541800"/>
          </a:xfrm>
          <a:prstGeom prst="rect">
            <a:avLst/>
          </a:prstGeom>
          <a:solidFill>
            <a:srgbClr val="00a9b7"/>
          </a:solidFill>
          <a:ln w="12600">
            <a:noFill/>
          </a:ln>
        </p:spPr>
        <p:style>
          <a:lnRef idx="0"/>
          <a:fillRef idx="0"/>
          <a:effectRef idx="0"/>
          <a:fontRef idx="minor"/>
        </p:style>
        <p:txBody>
          <a:bodyPr lIns="90000" rIns="90000" tIns="45000" bIns="45000" anchor="ctr">
            <a:noAutofit/>
          </a:bodyPr>
          <a:p>
            <a:pPr defTabSz="914400">
              <a:lnSpc>
                <a:spcPct val="100000"/>
              </a:lnSpc>
            </a:pPr>
            <a:endParaRPr b="0" lang="en-IE" sz="1800" spc="-1" strike="noStrike">
              <a:solidFill>
                <a:srgbClr val="ffffff"/>
              </a:solidFill>
              <a:latin typeface="Arial"/>
              <a:ea typeface="DejaVu Sans"/>
            </a:endParaRPr>
          </a:p>
        </p:txBody>
      </p:sp>
      <p:sp>
        <p:nvSpPr>
          <p:cNvPr id="4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4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1800" spc="-1" strike="noStrike">
                <a:solidFill>
                  <a:srgbClr val="000000"/>
                </a:solidFill>
                <a:latin typeface="Arial"/>
              </a:rPr>
              <a:t>Click to edit the outline text format</a:t>
            </a:r>
            <a:endParaRPr b="0" lang="en-I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1800" spc="-1" strike="noStrike">
                <a:solidFill>
                  <a:srgbClr val="000000"/>
                </a:solidFill>
                <a:latin typeface="Arial"/>
              </a:rPr>
              <a:t>Second Outline Level</a:t>
            </a:r>
            <a:endParaRPr b="0" lang="en-I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1800" spc="-1" strike="noStrike">
                <a:solidFill>
                  <a:srgbClr val="000000"/>
                </a:solidFill>
                <a:latin typeface="Arial"/>
              </a:rPr>
              <a:t>Third Outline Level</a:t>
            </a:r>
            <a:endParaRPr b="0" lang="en-I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1800" spc="-1" strike="noStrike">
                <a:solidFill>
                  <a:srgbClr val="000000"/>
                </a:solidFill>
                <a:latin typeface="Arial"/>
              </a:rPr>
              <a:t>Fourth Outline Level</a:t>
            </a:r>
            <a:endParaRPr b="0" lang="en-I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1800" spc="-1" strike="noStrike">
                <a:solidFill>
                  <a:srgbClr val="000000"/>
                </a:solidFill>
                <a:latin typeface="Arial"/>
              </a:rPr>
              <a:t>Fifth Outline Level</a:t>
            </a:r>
            <a:endParaRPr b="0" lang="en-I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1800" spc="-1" strike="noStrike">
                <a:solidFill>
                  <a:srgbClr val="000000"/>
                </a:solidFill>
                <a:latin typeface="Arial"/>
              </a:rPr>
              <a:t>Sixth Outline Level</a:t>
            </a:r>
            <a:endParaRPr b="0" lang="en-I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1800" spc="-1" strike="noStrike">
                <a:solidFill>
                  <a:srgbClr val="000000"/>
                </a:solidFill>
                <a:latin typeface="Arial"/>
              </a:rPr>
              <a:t>Seventh Outline Level</a:t>
            </a:r>
            <a:endParaRPr b="0" lang="en-IE" sz="1800" spc="-1" strike="noStrike">
              <a:solidFill>
                <a:srgbClr val="000000"/>
              </a:solidFill>
              <a:latin typeface="Arial"/>
            </a:endParaRPr>
          </a:p>
        </p:txBody>
      </p:sp>
      <p:sp>
        <p:nvSpPr>
          <p:cNvPr id="45" name="PlaceHolder 3"/>
          <p:cNvSpPr>
            <a:spLocks noGrp="1"/>
          </p:cNvSpPr>
          <p:nvPr>
            <p:ph type="ftr" idx="19"/>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46" name="PlaceHolder 4"/>
          <p:cNvSpPr>
            <a:spLocks noGrp="1"/>
          </p:cNvSpPr>
          <p:nvPr>
            <p:ph type="sldNum" idx="20"/>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5B00499C-BD76-4BA9-8E9C-B0A45315C959}" type="slidenum">
              <a:rPr b="1" lang="en-GB" sz="1600" spc="-1" strike="noStrike">
                <a:solidFill>
                  <a:srgbClr val="fafbfd"/>
                </a:solidFill>
                <a:latin typeface="Arial"/>
                <a:ea typeface="DejaVu Sans"/>
              </a:rPr>
              <a:t>&lt;number&gt;</a:t>
            </a:fld>
            <a:endParaRPr b="0" lang="en-IE" sz="1600" spc="-1" strike="noStrike">
              <a:solidFill>
                <a:srgbClr val="000000"/>
              </a:solidFill>
              <a:latin typeface="Times New Roman"/>
            </a:endParaRPr>
          </a:p>
        </p:txBody>
      </p:sp>
      <p:sp>
        <p:nvSpPr>
          <p:cNvPr id="47" name="PlaceHolder 5"/>
          <p:cNvSpPr>
            <a:spLocks noGrp="1"/>
          </p:cNvSpPr>
          <p:nvPr>
            <p:ph type="dt" idx="21"/>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60057"/>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ffffff"/>
                </a:solidFill>
                <a:latin typeface="Arial"/>
              </a:rPr>
              <a:t>Click to edit the title text format</a:t>
            </a:r>
            <a:endParaRPr b="0" lang="en-IE" sz="1800" spc="-1" strike="noStrike">
              <a:solidFill>
                <a:srgbClr val="ffffff"/>
              </a:solidFill>
              <a:latin typeface="Arial"/>
            </a:endParaRPr>
          </a:p>
        </p:txBody>
      </p:sp>
      <p:sp>
        <p:nvSpPr>
          <p:cNvPr id="5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IE" sz="1800" spc="-1" strike="noStrike">
                <a:solidFill>
                  <a:srgbClr val="ffffff"/>
                </a:solidFill>
                <a:latin typeface="Arial"/>
              </a:rPr>
              <a:t>Click to edit the outline text format</a:t>
            </a:r>
            <a:endParaRPr b="0" lang="en-IE" sz="18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IE" sz="1800" spc="-1" strike="noStrike">
                <a:solidFill>
                  <a:srgbClr val="ffffff"/>
                </a:solidFill>
                <a:latin typeface="Arial"/>
              </a:rPr>
              <a:t>Second Outline Level</a:t>
            </a:r>
            <a:endParaRPr b="0" lang="en-IE" sz="1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IE" sz="1800" spc="-1" strike="noStrike">
                <a:solidFill>
                  <a:srgbClr val="ffffff"/>
                </a:solidFill>
                <a:latin typeface="Arial"/>
              </a:rPr>
              <a:t>Third Outline Level</a:t>
            </a:r>
            <a:endParaRPr b="0" lang="en-IE" sz="18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IE" sz="1800" spc="-1" strike="noStrike">
                <a:solidFill>
                  <a:srgbClr val="ffffff"/>
                </a:solidFill>
                <a:latin typeface="Arial"/>
              </a:rPr>
              <a:t>Fourth Outline Level</a:t>
            </a:r>
            <a:endParaRPr b="0" lang="en-IE" sz="18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IE" sz="1800" spc="-1" strike="noStrike">
                <a:solidFill>
                  <a:srgbClr val="ffffff"/>
                </a:solidFill>
                <a:latin typeface="Arial"/>
              </a:rPr>
              <a:t>Fifth Outline Level</a:t>
            </a:r>
            <a:endParaRPr b="0" lang="en-IE" sz="18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IE" sz="1800" spc="-1" strike="noStrike">
                <a:solidFill>
                  <a:srgbClr val="ffffff"/>
                </a:solidFill>
                <a:latin typeface="Arial"/>
              </a:rPr>
              <a:t>Sixth Outline Level</a:t>
            </a:r>
            <a:endParaRPr b="0" lang="en-IE" sz="18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IE" sz="1800" spc="-1" strike="noStrike">
                <a:solidFill>
                  <a:srgbClr val="ffffff"/>
                </a:solidFill>
                <a:latin typeface="Arial"/>
              </a:rPr>
              <a:t>Seventh Outline Level</a:t>
            </a:r>
            <a:endParaRPr b="0" lang="en-IE" sz="1800" spc="-1" strike="noStrike">
              <a:solidFill>
                <a:srgbClr val="ffffff"/>
              </a:solidFill>
              <a:latin typeface="Arial"/>
            </a:endParaRPr>
          </a:p>
        </p:txBody>
      </p:sp>
      <p:sp>
        <p:nvSpPr>
          <p:cNvPr id="52" name="PlaceHolder 3"/>
          <p:cNvSpPr>
            <a:spLocks noGrp="1"/>
          </p:cNvSpPr>
          <p:nvPr>
            <p:ph type="ftr" idx="22"/>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ffffff"/>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ffffff"/>
                </a:solidFill>
                <a:latin typeface="Times New Roman"/>
                <a:ea typeface="DejaVu Sans"/>
              </a:rPr>
              <a:t>&lt;footer&gt;</a:t>
            </a:r>
            <a:endParaRPr b="0" lang="en-IE" sz="1400" spc="-1" strike="noStrike">
              <a:solidFill>
                <a:srgbClr val="ffffff"/>
              </a:solidFill>
              <a:latin typeface="Times New Roman"/>
            </a:endParaRPr>
          </a:p>
        </p:txBody>
      </p:sp>
      <p:sp>
        <p:nvSpPr>
          <p:cNvPr id="53" name="PlaceHolder 4"/>
          <p:cNvSpPr>
            <a:spLocks noGrp="1"/>
          </p:cNvSpPr>
          <p:nvPr>
            <p:ph type="sldNum" idx="23"/>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5AEF3331-D9DD-4F13-A88F-FB7BFE11A08A}" type="slidenum">
              <a:rPr b="1" lang="en-GB" sz="1600" spc="-1" strike="noStrike">
                <a:solidFill>
                  <a:srgbClr val="fafbfd"/>
                </a:solidFill>
                <a:latin typeface="Arial"/>
                <a:ea typeface="DejaVu Sans"/>
              </a:rPr>
              <a:t>&lt;number&gt;</a:t>
            </a:fld>
            <a:endParaRPr b="0" lang="en-IE" sz="1600" spc="-1" strike="noStrike">
              <a:solidFill>
                <a:srgbClr val="ffffff"/>
              </a:solidFill>
              <a:latin typeface="Times New Roman"/>
            </a:endParaRPr>
          </a:p>
        </p:txBody>
      </p:sp>
      <p:sp>
        <p:nvSpPr>
          <p:cNvPr id="54" name="PlaceHolder 5"/>
          <p:cNvSpPr>
            <a:spLocks noGrp="1"/>
          </p:cNvSpPr>
          <p:nvPr>
            <p:ph type="dt" idx="24"/>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ffffff"/>
                </a:solidFill>
                <a:latin typeface="Times New Roman"/>
              </a:defRPr>
            </a:lvl1pPr>
          </a:lstStyle>
          <a:p>
            <a:pPr indent="0">
              <a:buNone/>
            </a:pPr>
            <a:r>
              <a:rPr b="0" lang="en-IE" sz="1400" spc="-1" strike="noStrike">
                <a:solidFill>
                  <a:srgbClr val="ffffff"/>
                </a:solidFill>
                <a:latin typeface="Times New Roman"/>
              </a:rPr>
              <a:t>&lt;date/time&gt;</a:t>
            </a:r>
            <a:endParaRPr b="0" lang="en-IE"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60057"/>
        </a:solidFill>
      </p:bgPr>
    </p:bg>
    <p:spTree>
      <p:nvGrpSpPr>
        <p:cNvPr id="1" name=""/>
        <p:cNvGrpSpPr/>
        <p:nvPr/>
      </p:nvGrpSpPr>
      <p:grpSpPr>
        <a:xfrm>
          <a:off x="0" y="0"/>
          <a:ext cx="0" cy="0"/>
          <a:chOff x="0" y="0"/>
          <a:chExt cx="0" cy="0"/>
        </a:xfrm>
      </p:grpSpPr>
      <p:sp>
        <p:nvSpPr>
          <p:cNvPr id="57" name="PlaceHolder 1"/>
          <p:cNvSpPr>
            <a:spLocks noGrp="1"/>
          </p:cNvSpPr>
          <p:nvPr>
            <p:ph type="ftr" idx="25"/>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ffffff"/>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ffffff"/>
                </a:solidFill>
                <a:latin typeface="Times New Roman"/>
                <a:ea typeface="DejaVu Sans"/>
              </a:rPr>
              <a:t>&lt;footer&gt;</a:t>
            </a:r>
            <a:endParaRPr b="0" lang="en-IE" sz="1400" spc="-1" strike="noStrike">
              <a:solidFill>
                <a:srgbClr val="ffffff"/>
              </a:solidFill>
              <a:latin typeface="Times New Roman"/>
            </a:endParaRPr>
          </a:p>
        </p:txBody>
      </p:sp>
      <p:sp>
        <p:nvSpPr>
          <p:cNvPr id="58" name="PlaceHolder 2"/>
          <p:cNvSpPr>
            <a:spLocks noGrp="1"/>
          </p:cNvSpPr>
          <p:nvPr>
            <p:ph type="sldNum" idx="26"/>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F57064B6-4E75-488E-A3E6-3555D6435547}" type="slidenum">
              <a:rPr b="1" lang="en-GB" sz="1600" spc="-1" strike="noStrike">
                <a:solidFill>
                  <a:srgbClr val="fafbfd"/>
                </a:solidFill>
                <a:latin typeface="Arial"/>
                <a:ea typeface="DejaVu Sans"/>
              </a:rPr>
              <a:t>&lt;number&gt;</a:t>
            </a:fld>
            <a:endParaRPr b="0" lang="en-IE" sz="1600" spc="-1" strike="noStrike">
              <a:solidFill>
                <a:srgbClr val="ffffff"/>
              </a:solidFill>
              <a:latin typeface="Times New Roman"/>
            </a:endParaRPr>
          </a:p>
        </p:txBody>
      </p:sp>
      <p:sp>
        <p:nvSpPr>
          <p:cNvPr id="59" name="PlaceHolder 3"/>
          <p:cNvSpPr>
            <a:spLocks noGrp="1"/>
          </p:cNvSpPr>
          <p:nvPr>
            <p:ph type="dt" idx="27"/>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ffffff"/>
                </a:solidFill>
                <a:latin typeface="Times New Roman"/>
              </a:defRPr>
            </a:lvl1pPr>
          </a:lstStyle>
          <a:p>
            <a:pPr indent="0">
              <a:buNone/>
            </a:pPr>
            <a:r>
              <a:rPr b="0" lang="en-IE" sz="1400" spc="-1" strike="noStrike">
                <a:solidFill>
                  <a:srgbClr val="ffffff"/>
                </a:solidFill>
                <a:latin typeface="Times New Roman"/>
              </a:rPr>
              <a:t>&lt;date/time&gt;</a:t>
            </a:r>
            <a:endParaRPr b="0" lang="en-IE" sz="1400" spc="-1" strike="noStrike">
              <a:solidFill>
                <a:srgbClr val="ffffff"/>
              </a:solidFill>
              <a:latin typeface="Times New Roman"/>
            </a:endParaRPr>
          </a:p>
        </p:txBody>
      </p:sp>
      <p:sp>
        <p:nvSpPr>
          <p:cNvPr id="6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E" sz="4400" spc="-1" strike="noStrike">
                <a:solidFill>
                  <a:srgbClr val="ffffff"/>
                </a:solidFill>
                <a:latin typeface="Arial"/>
              </a:rPr>
              <a:t>Click to edit the title text format</a:t>
            </a:r>
            <a:endParaRPr b="0" lang="en-IE" sz="4400" spc="-1" strike="noStrike">
              <a:solidFill>
                <a:srgbClr val="ffffff"/>
              </a:solidFill>
              <a:latin typeface="Arial"/>
            </a:endParaRPr>
          </a:p>
        </p:txBody>
      </p:sp>
      <p:sp>
        <p:nvSpPr>
          <p:cNvPr id="6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IE" sz="3200" spc="-1" strike="noStrike">
                <a:solidFill>
                  <a:srgbClr val="ffffff"/>
                </a:solidFill>
                <a:latin typeface="Arial"/>
              </a:rPr>
              <a:t>Click to edit the outline text format</a:t>
            </a:r>
            <a:endParaRPr b="0" lang="en-IE"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IE" sz="2800" spc="-1" strike="noStrike">
                <a:solidFill>
                  <a:srgbClr val="ffffff"/>
                </a:solidFill>
                <a:latin typeface="Arial"/>
              </a:rPr>
              <a:t>Second Outline Level</a:t>
            </a:r>
            <a:endParaRPr b="0" lang="en-IE"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IE" sz="2400" spc="-1" strike="noStrike">
                <a:solidFill>
                  <a:srgbClr val="ffffff"/>
                </a:solidFill>
                <a:latin typeface="Arial"/>
              </a:rPr>
              <a:t>Third Outline Level</a:t>
            </a:r>
            <a:endParaRPr b="0" lang="en-IE"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IE" sz="2000" spc="-1" strike="noStrike">
                <a:solidFill>
                  <a:srgbClr val="ffffff"/>
                </a:solidFill>
                <a:latin typeface="Arial"/>
              </a:rPr>
              <a:t>Fourth Outline Level</a:t>
            </a:r>
            <a:endParaRPr b="0" lang="en-IE"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IE" sz="2000" spc="-1" strike="noStrike">
                <a:solidFill>
                  <a:srgbClr val="ffffff"/>
                </a:solidFill>
                <a:latin typeface="Arial"/>
              </a:rPr>
              <a:t>Fifth Outline Level</a:t>
            </a:r>
            <a:endParaRPr b="0" lang="en-IE"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IE" sz="2000" spc="-1" strike="noStrike">
                <a:solidFill>
                  <a:srgbClr val="ffffff"/>
                </a:solidFill>
                <a:latin typeface="Arial"/>
              </a:rPr>
              <a:t>Sixth Outline Level</a:t>
            </a:r>
            <a:endParaRPr b="0" lang="en-IE"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IE" sz="2000" spc="-1" strike="noStrike">
                <a:solidFill>
                  <a:srgbClr val="ffffff"/>
                </a:solidFill>
                <a:latin typeface="Arial"/>
              </a:rPr>
              <a:t>Seventh Outline Level</a:t>
            </a:r>
            <a:endParaRPr b="0" lang="en-IE"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bfc"/>
        </a:solidFill>
      </p:bgPr>
    </p:bg>
    <p:spTree>
      <p:nvGrpSpPr>
        <p:cNvPr id="1" name=""/>
        <p:cNvGrpSpPr/>
        <p:nvPr/>
      </p:nvGrpSpPr>
      <p:grpSpPr>
        <a:xfrm>
          <a:off x="0" y="0"/>
          <a:ext cx="0" cy="0"/>
          <a:chOff x="0" y="0"/>
          <a:chExt cx="0" cy="0"/>
        </a:xfrm>
      </p:grpSpPr>
      <p:sp>
        <p:nvSpPr>
          <p:cNvPr id="62" name="Rectangle 6"/>
          <p:cNvSpPr/>
          <p:nvPr/>
        </p:nvSpPr>
        <p:spPr>
          <a:xfrm>
            <a:off x="0" y="6311880"/>
            <a:ext cx="12187440" cy="541800"/>
          </a:xfrm>
          <a:prstGeom prst="rect">
            <a:avLst/>
          </a:prstGeom>
          <a:solidFill>
            <a:srgbClr val="00a9b7"/>
          </a:solidFill>
          <a:ln w="12600">
            <a:noFill/>
          </a:ln>
        </p:spPr>
        <p:style>
          <a:lnRef idx="0"/>
          <a:fillRef idx="0"/>
          <a:effectRef idx="0"/>
          <a:fontRef idx="minor"/>
        </p:style>
        <p:txBody>
          <a:bodyPr lIns="90000" rIns="90000" tIns="45000" bIns="45000" anchor="ctr">
            <a:noAutofit/>
          </a:bodyPr>
          <a:p>
            <a:pPr defTabSz="914400">
              <a:lnSpc>
                <a:spcPct val="100000"/>
              </a:lnSpc>
            </a:pPr>
            <a:endParaRPr b="0" lang="en-IE" sz="1800" spc="-1" strike="noStrike">
              <a:solidFill>
                <a:srgbClr val="ffffff"/>
              </a:solidFill>
              <a:latin typeface="Arial"/>
              <a:ea typeface="DejaVu Sans"/>
            </a:endParaRPr>
          </a:p>
        </p:txBody>
      </p:sp>
      <p:sp>
        <p:nvSpPr>
          <p:cNvPr id="6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E" sz="1800" spc="-1" strike="noStrike">
                <a:solidFill>
                  <a:srgbClr val="000000"/>
                </a:solidFill>
                <a:latin typeface="Arial"/>
              </a:rPr>
              <a:t>Click to edit the title text format</a:t>
            </a:r>
            <a:endParaRPr b="0" lang="en-IE" sz="1800" spc="-1" strike="noStrike">
              <a:solidFill>
                <a:srgbClr val="000000"/>
              </a:solidFill>
              <a:latin typeface="Arial"/>
            </a:endParaRPr>
          </a:p>
        </p:txBody>
      </p:sp>
      <p:sp>
        <p:nvSpPr>
          <p:cNvPr id="6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1800" spc="-1" strike="noStrike">
                <a:solidFill>
                  <a:srgbClr val="000000"/>
                </a:solidFill>
                <a:latin typeface="Arial"/>
              </a:rPr>
              <a:t>Click to edit the outline text format</a:t>
            </a:r>
            <a:endParaRPr b="0" lang="en-I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E" sz="1800" spc="-1" strike="noStrike">
                <a:solidFill>
                  <a:srgbClr val="000000"/>
                </a:solidFill>
                <a:latin typeface="Arial"/>
              </a:rPr>
              <a:t>Second Outline Level</a:t>
            </a:r>
            <a:endParaRPr b="0" lang="en-I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E" sz="1800" spc="-1" strike="noStrike">
                <a:solidFill>
                  <a:srgbClr val="000000"/>
                </a:solidFill>
                <a:latin typeface="Arial"/>
              </a:rPr>
              <a:t>Third Outline Level</a:t>
            </a:r>
            <a:endParaRPr b="0" lang="en-I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E" sz="1800" spc="-1" strike="noStrike">
                <a:solidFill>
                  <a:srgbClr val="000000"/>
                </a:solidFill>
                <a:latin typeface="Arial"/>
              </a:rPr>
              <a:t>Fourth Outline Level</a:t>
            </a:r>
            <a:endParaRPr b="0" lang="en-I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E" sz="1800" spc="-1" strike="noStrike">
                <a:solidFill>
                  <a:srgbClr val="000000"/>
                </a:solidFill>
                <a:latin typeface="Arial"/>
              </a:rPr>
              <a:t>Fifth Outline Level</a:t>
            </a:r>
            <a:endParaRPr b="0" lang="en-I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E" sz="1800" spc="-1" strike="noStrike">
                <a:solidFill>
                  <a:srgbClr val="000000"/>
                </a:solidFill>
                <a:latin typeface="Arial"/>
              </a:rPr>
              <a:t>Sixth Outline Level</a:t>
            </a:r>
            <a:endParaRPr b="0" lang="en-I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E" sz="1800" spc="-1" strike="noStrike">
                <a:solidFill>
                  <a:srgbClr val="000000"/>
                </a:solidFill>
                <a:latin typeface="Arial"/>
              </a:rPr>
              <a:t>Seventh Outline Level</a:t>
            </a:r>
            <a:endParaRPr b="0" lang="en-IE" sz="1800" spc="-1" strike="noStrike">
              <a:solidFill>
                <a:srgbClr val="000000"/>
              </a:solidFill>
              <a:latin typeface="Arial"/>
            </a:endParaRPr>
          </a:p>
        </p:txBody>
      </p:sp>
      <p:sp>
        <p:nvSpPr>
          <p:cNvPr id="65" name="PlaceHolder 3"/>
          <p:cNvSpPr>
            <a:spLocks noGrp="1"/>
          </p:cNvSpPr>
          <p:nvPr>
            <p:ph type="ftr" idx="28"/>
          </p:nvPr>
        </p:nvSpPr>
        <p:spPr>
          <a:xfrm>
            <a:off x="4038120" y="6388200"/>
            <a:ext cx="4110480" cy="3607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E"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IE" sz="1400" spc="-1" strike="noStrike">
                <a:solidFill>
                  <a:srgbClr val="000000"/>
                </a:solidFill>
                <a:latin typeface="Times New Roman"/>
                <a:ea typeface="DejaVu Sans"/>
              </a:rPr>
              <a:t>&lt;footer&gt;</a:t>
            </a:r>
            <a:endParaRPr b="0" lang="en-IE" sz="1400" spc="-1" strike="noStrike">
              <a:solidFill>
                <a:srgbClr val="000000"/>
              </a:solidFill>
              <a:latin typeface="Times New Roman"/>
            </a:endParaRPr>
          </a:p>
        </p:txBody>
      </p:sp>
      <p:sp>
        <p:nvSpPr>
          <p:cNvPr id="66" name="PlaceHolder 4"/>
          <p:cNvSpPr>
            <a:spLocks noGrp="1"/>
          </p:cNvSpPr>
          <p:nvPr>
            <p:ph type="sldNum" idx="29"/>
          </p:nvPr>
        </p:nvSpPr>
        <p:spPr>
          <a:xfrm>
            <a:off x="8610120" y="6388200"/>
            <a:ext cx="2738880" cy="3607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GB" sz="1600" spc="-1" strike="noStrike">
                <a:solidFill>
                  <a:srgbClr val="fafbfd"/>
                </a:solidFill>
                <a:latin typeface="Arial"/>
                <a:ea typeface="DejaVu Sans"/>
              </a:defRPr>
            </a:lvl1pPr>
          </a:lstStyle>
          <a:p>
            <a:pPr indent="0" algn="r" defTabSz="914400">
              <a:lnSpc>
                <a:spcPct val="100000"/>
              </a:lnSpc>
              <a:buNone/>
              <a:tabLst>
                <a:tab algn="l" pos="0"/>
              </a:tabLst>
            </a:pPr>
            <a:fld id="{383EE75A-0F21-40DA-91F7-27B70CB6D1B2}" type="slidenum">
              <a:rPr b="1" lang="en-GB" sz="1600" spc="-1" strike="noStrike">
                <a:solidFill>
                  <a:srgbClr val="fafbfd"/>
                </a:solidFill>
                <a:latin typeface="Arial"/>
                <a:ea typeface="DejaVu Sans"/>
              </a:rPr>
              <a:t>&lt;number&gt;</a:t>
            </a:fld>
            <a:endParaRPr b="0" lang="en-IE" sz="1600" spc="-1" strike="noStrike">
              <a:solidFill>
                <a:srgbClr val="000000"/>
              </a:solidFill>
              <a:latin typeface="Times New Roman"/>
            </a:endParaRPr>
          </a:p>
        </p:txBody>
      </p:sp>
      <p:sp>
        <p:nvSpPr>
          <p:cNvPr id="67" name="PlaceHolder 5"/>
          <p:cNvSpPr>
            <a:spLocks noGrp="1"/>
          </p:cNvSpPr>
          <p:nvPr>
            <p:ph type="dt" idx="30"/>
          </p:nvPr>
        </p:nvSpPr>
        <p:spPr>
          <a:xfrm>
            <a:off x="837720" y="6388200"/>
            <a:ext cx="2738880" cy="360720"/>
          </a:xfrm>
          <a:prstGeom prst="rect">
            <a:avLst/>
          </a:prstGeom>
          <a:noFill/>
          <a:ln w="0">
            <a:noFill/>
          </a:ln>
        </p:spPr>
        <p:txBody>
          <a:bodyPr lIns="91440" rIns="91440" tIns="45720" bIns="45720" anchor="ctr">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
</Relationships>
</file>

<file path=ppt/slides/_rels/slide2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xml"/>
</Relationships>
</file>

<file path=ppt/slides/_rels/slide2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
</Relationships>
</file>

<file path=ppt/slides/_rels/slide2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
</Relationships>
</file>

<file path=ppt/slides/_rels/slide2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7.xml"/>
</Relationships>
</file>

<file path=ppt/slides/_rels/slide2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7.xml"/>
</Relationships>
</file>

<file path=ppt/slides/_rels/slide30.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7.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0.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0.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0.xml"/><Relationship Id="rId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846360" y="3198240"/>
            <a:ext cx="8059680" cy="1306800"/>
          </a:xfrm>
          <a:prstGeom prst="rect">
            <a:avLst/>
          </a:prstGeom>
          <a:noFill/>
          <a:ln w="0">
            <a:noFill/>
          </a:ln>
        </p:spPr>
        <p:txBody>
          <a:bodyPr numCol="1" spcCol="0" lIns="91440" rIns="91440" tIns="45720" bIns="45720" anchor="t">
            <a:noAutofit/>
          </a:bodyPr>
          <a:p>
            <a:pPr indent="0" defTabSz="914400">
              <a:lnSpc>
                <a:spcPct val="100000"/>
              </a:lnSpc>
              <a:buNone/>
              <a:tabLst>
                <a:tab algn="l" pos="0"/>
              </a:tabLst>
            </a:pPr>
            <a:r>
              <a:rPr b="1" lang="en-IE" sz="4000" spc="-1" strike="noStrike">
                <a:solidFill>
                  <a:srgbClr val="fafbfd"/>
                </a:solidFill>
                <a:latin typeface="Arial"/>
                <a:ea typeface="Open sans"/>
              </a:rPr>
              <a:t>Week 9</a:t>
            </a:r>
            <a:br>
              <a:rPr sz="4000"/>
            </a:br>
            <a:r>
              <a:rPr b="1" lang="en-IE" sz="4000" spc="-1" strike="noStrike">
                <a:solidFill>
                  <a:srgbClr val="fafbfd"/>
                </a:solidFill>
                <a:latin typeface="Arial"/>
                <a:ea typeface="Open sans"/>
              </a:rPr>
              <a:t>Arduino programming</a:t>
            </a:r>
            <a:endParaRPr b="0" lang="en-IE" sz="4000" spc="-1" strike="noStrike">
              <a:solidFill>
                <a:srgbClr val="ffffff"/>
              </a:solidFill>
              <a:latin typeface="Arial"/>
            </a:endParaRPr>
          </a:p>
        </p:txBody>
      </p:sp>
      <p:sp>
        <p:nvSpPr>
          <p:cNvPr id="77" name="TextBox 2"/>
          <p:cNvSpPr/>
          <p:nvPr/>
        </p:nvSpPr>
        <p:spPr>
          <a:xfrm>
            <a:off x="398520" y="5792400"/>
            <a:ext cx="6560640" cy="8816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600" spc="-1" strike="noStrike">
                <a:solidFill>
                  <a:srgbClr val="fafbfd"/>
                </a:solidFill>
                <a:latin typeface="Open sans"/>
                <a:ea typeface="DejaVu Sans"/>
              </a:rPr>
              <a:t>Fundamentals of IoT</a:t>
            </a:r>
            <a:endParaRPr b="0" lang="en-IE" sz="2600" spc="-1" strike="noStrike">
              <a:solidFill>
                <a:srgbClr val="ffffff"/>
              </a:solidFill>
              <a:latin typeface="Arial"/>
            </a:endParaRPr>
          </a:p>
          <a:p>
            <a:pPr defTabSz="914400">
              <a:lnSpc>
                <a:spcPct val="100000"/>
              </a:lnSpc>
            </a:pPr>
            <a:r>
              <a:rPr b="0" lang="en-US" sz="2600" spc="-1" strike="noStrike">
                <a:solidFill>
                  <a:srgbClr val="fafbfd"/>
                </a:solidFill>
                <a:latin typeface="Open sans"/>
                <a:ea typeface="DejaVu Sans"/>
              </a:rPr>
              <a:t>Dr. Eoin Rogers (eoin.rogers@tudublin.ie)</a:t>
            </a:r>
            <a:endParaRPr b="0" lang="en-IE" sz="2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Lesson Outline</a:t>
            </a:r>
            <a:endParaRPr b="0" lang="en-IE" sz="4400" spc="-1" strike="noStrike">
              <a:solidFill>
                <a:srgbClr val="000000"/>
              </a:solidFill>
              <a:latin typeface="Arial"/>
            </a:endParaRPr>
          </a:p>
        </p:txBody>
      </p:sp>
      <p:sp>
        <p:nvSpPr>
          <p:cNvPr id="79" name="PlaceHolder 2"/>
          <p:cNvSpPr>
            <a:spLocks noGrp="1"/>
          </p:cNvSpPr>
          <p:nvPr>
            <p:ph/>
          </p:nvPr>
        </p:nvSpPr>
        <p:spPr>
          <a:xfrm>
            <a:off x="837720" y="1825560"/>
            <a:ext cx="10510920" cy="4347000"/>
          </a:xfrm>
          <a:prstGeom prst="rect">
            <a:avLst/>
          </a:prstGeom>
          <a:noFill/>
          <a:ln w="0">
            <a:noFill/>
          </a:ln>
        </p:spPr>
        <p:txBody>
          <a:bodyPr lIns="91440" rIns="91440" tIns="45720" bIns="45720" anchor="t">
            <a:normAutofit fontScale="98333" lnSpcReduction="10000"/>
          </a:bodyPr>
          <a:p>
            <a:pPr marL="228600" indent="-2286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Introducing the Arduino and how to program it</a:t>
            </a:r>
            <a:endParaRPr b="0" lang="en-IE" sz="2800" spc="-1" strike="noStrike">
              <a:solidFill>
                <a:srgbClr val="000000"/>
              </a:solidFill>
              <a:latin typeface="Arial"/>
            </a:endParaRPr>
          </a:p>
          <a:p>
            <a:pPr marL="228600" indent="-2286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We won’t be using the Arduino directly this year, but there is one in the kits that you can play around with if you’d like (I have put up lab exercises in case you want to try them!)</a:t>
            </a:r>
            <a:endParaRPr b="0" lang="en-IE" sz="2800" spc="-1" strike="noStrike">
              <a:solidFill>
                <a:srgbClr val="000000"/>
              </a:solidFill>
              <a:latin typeface="Arial"/>
            </a:endParaRPr>
          </a:p>
          <a:p>
            <a:pPr marL="228600" indent="-2286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Knowing how to program it might be useful for IoT FYPs and other projects (although be aware of the limitations of the Arduino!)</a:t>
            </a:r>
            <a:endParaRPr b="0" lang="en-IE" sz="2800" spc="-1" strike="noStrike">
              <a:solidFill>
                <a:srgbClr val="000000"/>
              </a:solidFill>
              <a:latin typeface="Arial"/>
            </a:endParaRPr>
          </a:p>
        </p:txBody>
      </p:sp>
      <p:sp>
        <p:nvSpPr>
          <p:cNvPr id="4" name="PlaceHolder 3"/>
          <p:cNvSpPr>
            <a:spLocks noGrp="1"/>
          </p:cNvSpPr>
          <p:nvPr>
            <p:ph type="sldNum" idx="8"/>
          </p:nvPr>
        </p:nvSpPr>
        <p:spPr/>
        <p:txBody>
          <a:bodyPr/>
          <a:p>
            <a:fld id="{C7F3A46D-A921-49EB-9336-BDB0A16E4038}"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1600" y="1709640"/>
            <a:ext cx="10510920" cy="284832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GB" sz="6000" spc="-1" strike="noStrike">
                <a:solidFill>
                  <a:srgbClr val="b60057"/>
                </a:solidFill>
                <a:latin typeface="Arial"/>
                <a:ea typeface="DejaVu Sans"/>
              </a:rPr>
              <a:t>Arduino</a:t>
            </a:r>
            <a:endParaRPr b="0" lang="en-IE" sz="6000" spc="-1" strike="noStrike">
              <a:solidFill>
                <a:srgbClr val="000000"/>
              </a:solidFill>
              <a:latin typeface="Arial"/>
            </a:endParaRPr>
          </a:p>
        </p:txBody>
      </p:sp>
      <p:sp>
        <p:nvSpPr>
          <p:cNvPr id="81" name="PlaceHolder 2"/>
          <p:cNvSpPr>
            <a:spLocks noGrp="1"/>
          </p:cNvSpPr>
          <p:nvPr>
            <p:ph/>
          </p:nvPr>
        </p:nvSpPr>
        <p:spPr>
          <a:xfrm>
            <a:off x="831600" y="4589640"/>
            <a:ext cx="10510920" cy="149580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b="0" lang="en-US" sz="2400" spc="-1" strike="noStrike">
                <a:solidFill>
                  <a:srgbClr val="8b8b8b"/>
                </a:solidFill>
                <a:latin typeface="Arial"/>
                <a:ea typeface="DejaVu Sans"/>
              </a:rPr>
              <a:t>A widely used, open-source SBC</a:t>
            </a:r>
            <a:endParaRPr b="0" lang="en-IE" sz="2400" spc="-1" strike="noStrike">
              <a:solidFill>
                <a:srgbClr val="000000"/>
              </a:solidFill>
              <a:latin typeface="Arial"/>
            </a:endParaRPr>
          </a:p>
        </p:txBody>
      </p:sp>
      <p:sp>
        <p:nvSpPr>
          <p:cNvPr id="4" name="PlaceHolder 3"/>
          <p:cNvSpPr>
            <a:spLocks noGrp="1"/>
          </p:cNvSpPr>
          <p:nvPr>
            <p:ph type="sldNum" idx="14"/>
          </p:nvPr>
        </p:nvSpPr>
        <p:spPr/>
        <p:txBody>
          <a:bodyPr/>
          <a:p>
            <a:fld id="{2104C91C-0F22-4590-97A7-8BC90054865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What is an Arduino</a:t>
            </a:r>
            <a:endParaRPr b="0" lang="en-IE" sz="4400" spc="-1" strike="noStrike">
              <a:solidFill>
                <a:srgbClr val="000000"/>
              </a:solidFill>
              <a:latin typeface="Arial"/>
            </a:endParaRPr>
          </a:p>
        </p:txBody>
      </p:sp>
      <p:sp>
        <p:nvSpPr>
          <p:cNvPr id="83" name="PlaceHolder 2"/>
          <p:cNvSpPr>
            <a:spLocks noGrp="1"/>
          </p:cNvSpPr>
          <p:nvPr>
            <p:ph/>
          </p:nvPr>
        </p:nvSpPr>
        <p:spPr>
          <a:xfrm>
            <a:off x="837720" y="1825560"/>
            <a:ext cx="10510920" cy="4347000"/>
          </a:xfrm>
          <a:prstGeom prst="rect">
            <a:avLst/>
          </a:prstGeom>
          <a:noFill/>
          <a:ln w="0">
            <a:noFill/>
          </a:ln>
        </p:spPr>
        <p:txBody>
          <a:bodyPr lIns="91440" rIns="91440" tIns="45720" bIns="45720" anchor="t">
            <a:normAutofit/>
          </a:bodyPr>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An open-source </a:t>
            </a:r>
            <a:r>
              <a:rPr b="1" lang="en-GB" sz="2800" spc="-1" strike="noStrike">
                <a:solidFill>
                  <a:srgbClr val="000000"/>
                </a:solidFill>
                <a:latin typeface="Arial"/>
                <a:ea typeface="DejaVu Sans"/>
              </a:rPr>
              <a:t>single-board computer</a:t>
            </a:r>
            <a:r>
              <a:rPr b="0" lang="en-GB" sz="2800" spc="-1" strike="noStrike">
                <a:solidFill>
                  <a:srgbClr val="000000"/>
                </a:solidFill>
                <a:latin typeface="Arial"/>
                <a:ea typeface="DejaVu Sans"/>
              </a:rPr>
              <a:t> (</a:t>
            </a:r>
            <a:r>
              <a:rPr b="1" lang="en-GB" sz="2800" spc="-1" strike="noStrike">
                <a:solidFill>
                  <a:srgbClr val="000000"/>
                </a:solidFill>
                <a:latin typeface="Arial"/>
                <a:ea typeface="DejaVu Sans"/>
              </a:rPr>
              <a:t>SBC</a:t>
            </a:r>
            <a:r>
              <a:rPr b="0" lang="en-GB" sz="2800" spc="-1" strike="noStrike">
                <a:solidFill>
                  <a:srgbClr val="000000"/>
                </a:solidFill>
                <a:latin typeface="Arial"/>
                <a:ea typeface="DejaVu Sans"/>
              </a:rPr>
              <a:t>)</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Powered by an </a:t>
            </a:r>
            <a:r>
              <a:rPr b="1" lang="en-GB" sz="2800" spc="-1" strike="noStrike">
                <a:solidFill>
                  <a:srgbClr val="000000"/>
                </a:solidFill>
                <a:latin typeface="Arial"/>
                <a:ea typeface="DejaVu Sans"/>
              </a:rPr>
              <a:t>8-bit microcontroller</a:t>
            </a:r>
            <a:r>
              <a:rPr b="0" lang="en-GB" sz="2800" spc="-1" strike="noStrike">
                <a:solidFill>
                  <a:srgbClr val="000000"/>
                </a:solidFill>
                <a:latin typeface="Arial"/>
                <a:ea typeface="DejaVu Sans"/>
              </a:rPr>
              <a:t> (Atmega 328P)</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Developed by a group based in Italy</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Each cost about €20</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Programming in a dialect of C++</a:t>
            </a:r>
            <a:endParaRPr b="0" lang="en-IE" sz="2800" spc="-1" strike="noStrike">
              <a:solidFill>
                <a:srgbClr val="000000"/>
              </a:solidFill>
              <a:latin typeface="Arial"/>
            </a:endParaRPr>
          </a:p>
        </p:txBody>
      </p:sp>
      <p:sp>
        <p:nvSpPr>
          <p:cNvPr id="4" name="PlaceHolder 3"/>
          <p:cNvSpPr>
            <a:spLocks noGrp="1"/>
          </p:cNvSpPr>
          <p:nvPr>
            <p:ph type="sldNum" idx="17"/>
          </p:nvPr>
        </p:nvSpPr>
        <p:spPr/>
        <p:txBody>
          <a:bodyPr/>
          <a:p>
            <a:fld id="{283BB7C6-4A45-4D27-93C1-965CE2BA6DAF}"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Advantages of the Arduino</a:t>
            </a:r>
            <a:endParaRPr b="0" lang="en-IE" sz="4400" spc="-1" strike="noStrike">
              <a:solidFill>
                <a:srgbClr val="000000"/>
              </a:solidFill>
              <a:latin typeface="Arial"/>
            </a:endParaRPr>
          </a:p>
        </p:txBody>
      </p:sp>
      <p:sp>
        <p:nvSpPr>
          <p:cNvPr id="85" name="PlaceHolder 2"/>
          <p:cNvSpPr>
            <a:spLocks noGrp="1"/>
          </p:cNvSpPr>
          <p:nvPr>
            <p:ph/>
          </p:nvPr>
        </p:nvSpPr>
        <p:spPr>
          <a:xfrm>
            <a:off x="837720" y="1825560"/>
            <a:ext cx="10510920" cy="4347000"/>
          </a:xfrm>
          <a:prstGeom prst="rect">
            <a:avLst/>
          </a:prstGeom>
          <a:noFill/>
          <a:ln w="0">
            <a:noFill/>
          </a:ln>
        </p:spPr>
        <p:txBody>
          <a:bodyPr lIns="91440" rIns="91440" tIns="45720" bIns="45720" anchor="t">
            <a:normAutofit/>
          </a:bodyPr>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Very cheap</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Huge range of models</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Hugely extensible</a:t>
            </a:r>
            <a:endParaRPr b="0" lang="en-IE" sz="2800" spc="-1" strike="noStrike">
              <a:solidFill>
                <a:srgbClr val="000000"/>
              </a:solidFill>
              <a:latin typeface="Arial"/>
            </a:endParaRPr>
          </a:p>
          <a:p>
            <a:pPr lvl="1" marL="864000" indent="-324000" defTabSz="914400">
              <a:lnSpc>
                <a:spcPct val="150000"/>
              </a:lnSpc>
              <a:spcBef>
                <a:spcPts val="1134"/>
              </a:spcBef>
              <a:buClr>
                <a:srgbClr val="000000"/>
              </a:buClr>
              <a:buSzPct val="75000"/>
              <a:buFont typeface="Symbol" charset="2"/>
              <a:buChar char=""/>
            </a:pPr>
            <a:r>
              <a:rPr b="0" lang="en-GB" sz="2800" spc="-1" strike="noStrike">
                <a:solidFill>
                  <a:srgbClr val="000000"/>
                </a:solidFill>
                <a:latin typeface="Arial"/>
                <a:ea typeface="DejaVu Sans"/>
              </a:rPr>
              <a:t>A family of add-on-boards to expand Arduinos – called shields – are widely used</a:t>
            </a:r>
            <a:endParaRPr b="0" lang="en-IE" sz="2800" spc="-1" strike="noStrike">
              <a:solidFill>
                <a:srgbClr val="000000"/>
              </a:solidFill>
              <a:latin typeface="Arial"/>
            </a:endParaRPr>
          </a:p>
        </p:txBody>
      </p:sp>
      <p:sp>
        <p:nvSpPr>
          <p:cNvPr id="4" name="PlaceHolder 3"/>
          <p:cNvSpPr>
            <a:spLocks noGrp="1"/>
          </p:cNvSpPr>
          <p:nvPr>
            <p:ph type="sldNum" idx="17"/>
          </p:nvPr>
        </p:nvSpPr>
        <p:spPr/>
        <p:txBody>
          <a:bodyPr/>
          <a:p>
            <a:fld id="{A52F282C-1742-406B-ADB2-ED4FF012FB82}"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87" name="object 3" descr=""/>
          <p:cNvPicPr/>
          <p:nvPr/>
        </p:nvPicPr>
        <p:blipFill>
          <a:blip r:embed="rId1"/>
          <a:stretch/>
        </p:blipFill>
        <p:spPr>
          <a:xfrm>
            <a:off x="1980000" y="941400"/>
            <a:ext cx="8427240" cy="5538240"/>
          </a:xfrm>
          <a:prstGeom prst="rect">
            <a:avLst/>
          </a:prstGeom>
          <a:ln w="0">
            <a:noFill/>
          </a:ln>
        </p:spPr>
      </p:pic>
      <p:sp>
        <p:nvSpPr>
          <p:cNvPr id="3" name="PlaceHolder 2"/>
          <p:cNvSpPr>
            <a:spLocks noGrp="1"/>
          </p:cNvSpPr>
          <p:nvPr>
            <p:ph type="sldNum" idx="17"/>
          </p:nvPr>
        </p:nvSpPr>
        <p:spPr/>
        <p:txBody>
          <a:bodyPr/>
          <a:p>
            <a:fld id="{24741035-CA8F-4BD7-BA49-4A2E6692F336}"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89" name="object 1" descr=""/>
          <p:cNvPicPr/>
          <p:nvPr/>
        </p:nvPicPr>
        <p:blipFill>
          <a:blip r:embed="rId1"/>
          <a:stretch/>
        </p:blipFill>
        <p:spPr>
          <a:xfrm>
            <a:off x="-327600" y="941400"/>
            <a:ext cx="8427240" cy="5538240"/>
          </a:xfrm>
          <a:prstGeom prst="rect">
            <a:avLst/>
          </a:prstGeom>
          <a:ln w="0">
            <a:noFill/>
          </a:ln>
        </p:spPr>
      </p:pic>
      <p:sp>
        <p:nvSpPr>
          <p:cNvPr id="90"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Microcontroller</a:t>
            </a:r>
            <a:endParaRPr b="0" lang="en-IE" sz="2600" spc="-1" strike="noStrike">
              <a:solidFill>
                <a:srgbClr val="000000"/>
              </a:solidFill>
              <a:latin typeface="Arial"/>
            </a:endParaRPr>
          </a:p>
        </p:txBody>
      </p:sp>
      <p:sp>
        <p:nvSpPr>
          <p:cNvPr id="91" name=""/>
          <p:cNvSpPr/>
          <p:nvPr/>
        </p:nvSpPr>
        <p:spPr>
          <a:xfrm flipH="1">
            <a:off x="5220000" y="2880000"/>
            <a:ext cx="2880000" cy="162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B39A9B6C-96EA-4D66-8F45-D7FFE4B7ECD4}"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93" name="object 2" descr=""/>
          <p:cNvPicPr/>
          <p:nvPr/>
        </p:nvPicPr>
        <p:blipFill>
          <a:blip r:embed="rId1"/>
          <a:stretch/>
        </p:blipFill>
        <p:spPr>
          <a:xfrm>
            <a:off x="-327600" y="941400"/>
            <a:ext cx="8427240" cy="5538240"/>
          </a:xfrm>
          <a:prstGeom prst="rect">
            <a:avLst/>
          </a:prstGeom>
          <a:ln w="0">
            <a:noFill/>
          </a:ln>
        </p:spPr>
      </p:pic>
      <p:sp>
        <p:nvSpPr>
          <p:cNvPr id="94"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Reset button</a:t>
            </a:r>
            <a:endParaRPr b="0" lang="en-IE" sz="2600" spc="-1" strike="noStrike">
              <a:solidFill>
                <a:srgbClr val="000000"/>
              </a:solidFill>
              <a:latin typeface="Arial"/>
            </a:endParaRPr>
          </a:p>
        </p:txBody>
      </p:sp>
      <p:sp>
        <p:nvSpPr>
          <p:cNvPr id="95" name=""/>
          <p:cNvSpPr/>
          <p:nvPr/>
        </p:nvSpPr>
        <p:spPr>
          <a:xfrm flipH="1" flipV="1">
            <a:off x="1800000" y="1800000"/>
            <a:ext cx="6300000" cy="108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96" name=""/>
          <p:cNvSpPr/>
          <p:nvPr/>
        </p:nvSpPr>
        <p:spPr>
          <a:xfrm flipH="1">
            <a:off x="4140000" y="2862720"/>
            <a:ext cx="3967560" cy="289728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C9933670-1F60-46DA-8148-54DBCCC32333}"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98" name="object 6" descr=""/>
          <p:cNvPicPr/>
          <p:nvPr/>
        </p:nvPicPr>
        <p:blipFill>
          <a:blip r:embed="rId1"/>
          <a:stretch/>
        </p:blipFill>
        <p:spPr>
          <a:xfrm>
            <a:off x="-327600" y="941400"/>
            <a:ext cx="8427240" cy="5538240"/>
          </a:xfrm>
          <a:prstGeom prst="rect">
            <a:avLst/>
          </a:prstGeom>
          <a:ln w="0">
            <a:noFill/>
          </a:ln>
        </p:spPr>
      </p:pic>
      <p:sp>
        <p:nvSpPr>
          <p:cNvPr id="99"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Power</a:t>
            </a:r>
            <a:endParaRPr b="0" lang="en-IE" sz="2600" spc="-1" strike="noStrike">
              <a:solidFill>
                <a:srgbClr val="000000"/>
              </a:solidFill>
              <a:latin typeface="Arial"/>
            </a:endParaRPr>
          </a:p>
        </p:txBody>
      </p:sp>
      <p:sp>
        <p:nvSpPr>
          <p:cNvPr id="100" name=""/>
          <p:cNvSpPr/>
          <p:nvPr/>
        </p:nvSpPr>
        <p:spPr>
          <a:xfrm flipH="1">
            <a:off x="1980000" y="2880000"/>
            <a:ext cx="6120000" cy="234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101" name=""/>
          <p:cNvSpPr/>
          <p:nvPr/>
        </p:nvSpPr>
        <p:spPr>
          <a:xfrm flipH="1">
            <a:off x="5220000" y="2862720"/>
            <a:ext cx="2887560" cy="289728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F2257F41-A81A-4799-9AA8-F46374364ED3}"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03" name="object 5" descr=""/>
          <p:cNvPicPr/>
          <p:nvPr/>
        </p:nvPicPr>
        <p:blipFill>
          <a:blip r:embed="rId1"/>
          <a:stretch/>
        </p:blipFill>
        <p:spPr>
          <a:xfrm>
            <a:off x="-327600" y="941400"/>
            <a:ext cx="8427240" cy="5538240"/>
          </a:xfrm>
          <a:prstGeom prst="rect">
            <a:avLst/>
          </a:prstGeom>
          <a:ln w="0">
            <a:noFill/>
          </a:ln>
        </p:spPr>
      </p:pic>
      <p:sp>
        <p:nvSpPr>
          <p:cNvPr id="104"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Voltage regulator</a:t>
            </a:r>
            <a:endParaRPr b="0" lang="en-IE" sz="2600" spc="-1" strike="noStrike">
              <a:solidFill>
                <a:srgbClr val="000000"/>
              </a:solidFill>
              <a:latin typeface="Arial"/>
            </a:endParaRPr>
          </a:p>
        </p:txBody>
      </p:sp>
      <p:sp>
        <p:nvSpPr>
          <p:cNvPr id="105" name=""/>
          <p:cNvSpPr/>
          <p:nvPr/>
        </p:nvSpPr>
        <p:spPr>
          <a:xfrm flipH="1">
            <a:off x="1800000" y="2880000"/>
            <a:ext cx="6300000" cy="162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1AFFF462-353A-460F-8071-FBD1899ACE19}"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07" name="object 7" descr=""/>
          <p:cNvPicPr/>
          <p:nvPr/>
        </p:nvPicPr>
        <p:blipFill>
          <a:blip r:embed="rId1"/>
          <a:stretch/>
        </p:blipFill>
        <p:spPr>
          <a:xfrm>
            <a:off x="-327600" y="941400"/>
            <a:ext cx="8427240" cy="5538240"/>
          </a:xfrm>
          <a:prstGeom prst="rect">
            <a:avLst/>
          </a:prstGeom>
          <a:ln w="0">
            <a:noFill/>
          </a:ln>
        </p:spPr>
      </p:pic>
      <p:sp>
        <p:nvSpPr>
          <p:cNvPr id="108"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Digital I/O</a:t>
            </a:r>
            <a:endParaRPr b="0" lang="en-IE" sz="2600" spc="-1" strike="noStrike">
              <a:solidFill>
                <a:srgbClr val="000000"/>
              </a:solidFill>
              <a:latin typeface="Arial"/>
            </a:endParaRPr>
          </a:p>
        </p:txBody>
      </p:sp>
      <p:sp>
        <p:nvSpPr>
          <p:cNvPr id="109" name=""/>
          <p:cNvSpPr/>
          <p:nvPr/>
        </p:nvSpPr>
        <p:spPr>
          <a:xfrm flipH="1" flipV="1">
            <a:off x="4680000" y="1620000"/>
            <a:ext cx="3420000" cy="126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64313DF2-1B04-495C-8A51-75CD356FDEAE}"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11" name="object 8" descr=""/>
          <p:cNvPicPr/>
          <p:nvPr/>
        </p:nvPicPr>
        <p:blipFill>
          <a:blip r:embed="rId1"/>
          <a:stretch/>
        </p:blipFill>
        <p:spPr>
          <a:xfrm>
            <a:off x="-327600" y="941400"/>
            <a:ext cx="8427240" cy="5538240"/>
          </a:xfrm>
          <a:prstGeom prst="rect">
            <a:avLst/>
          </a:prstGeom>
          <a:ln w="0">
            <a:noFill/>
          </a:ln>
        </p:spPr>
      </p:pic>
      <p:sp>
        <p:nvSpPr>
          <p:cNvPr id="112"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Peripheral power</a:t>
            </a:r>
            <a:endParaRPr b="0" lang="en-IE" sz="2600" spc="-1" strike="noStrike">
              <a:solidFill>
                <a:srgbClr val="000000"/>
              </a:solidFill>
              <a:latin typeface="Arial"/>
            </a:endParaRPr>
          </a:p>
        </p:txBody>
      </p:sp>
      <p:sp>
        <p:nvSpPr>
          <p:cNvPr id="113" name=""/>
          <p:cNvSpPr/>
          <p:nvPr/>
        </p:nvSpPr>
        <p:spPr>
          <a:xfrm flipH="1">
            <a:off x="4500000" y="2880000"/>
            <a:ext cx="3600000" cy="288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E839DDFC-7BA1-45C8-9823-BFB4BEB1A7E5}"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15" name="object 9" descr=""/>
          <p:cNvPicPr/>
          <p:nvPr/>
        </p:nvPicPr>
        <p:blipFill>
          <a:blip r:embed="rId1"/>
          <a:stretch/>
        </p:blipFill>
        <p:spPr>
          <a:xfrm>
            <a:off x="-327600" y="941400"/>
            <a:ext cx="8427240" cy="5538240"/>
          </a:xfrm>
          <a:prstGeom prst="rect">
            <a:avLst/>
          </a:prstGeom>
          <a:ln w="0">
            <a:noFill/>
          </a:ln>
        </p:spPr>
      </p:pic>
      <p:sp>
        <p:nvSpPr>
          <p:cNvPr id="116"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Oscillator</a:t>
            </a:r>
            <a:endParaRPr b="0" lang="en-IE" sz="2600" spc="-1" strike="noStrike">
              <a:solidFill>
                <a:srgbClr val="000000"/>
              </a:solidFill>
              <a:latin typeface="Arial"/>
            </a:endParaRPr>
          </a:p>
        </p:txBody>
      </p:sp>
      <p:sp>
        <p:nvSpPr>
          <p:cNvPr id="117" name=""/>
          <p:cNvSpPr/>
          <p:nvPr/>
        </p:nvSpPr>
        <p:spPr>
          <a:xfrm flipH="1">
            <a:off x="2880000" y="2880000"/>
            <a:ext cx="5220000" cy="90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29A0C46E-CFB9-4FBC-AB15-7060C9893974}"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19" name="object 10" descr=""/>
          <p:cNvPicPr/>
          <p:nvPr/>
        </p:nvPicPr>
        <p:blipFill>
          <a:blip r:embed="rId1"/>
          <a:stretch/>
        </p:blipFill>
        <p:spPr>
          <a:xfrm>
            <a:off x="-327600" y="941400"/>
            <a:ext cx="8427240" cy="5538240"/>
          </a:xfrm>
          <a:prstGeom prst="rect">
            <a:avLst/>
          </a:prstGeom>
          <a:ln w="0">
            <a:noFill/>
          </a:ln>
        </p:spPr>
      </p:pic>
      <p:sp>
        <p:nvSpPr>
          <p:cNvPr id="120"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Analogue input</a:t>
            </a:r>
            <a:endParaRPr b="0" lang="en-IE" sz="2600" spc="-1" strike="noStrike">
              <a:solidFill>
                <a:srgbClr val="000000"/>
              </a:solidFill>
              <a:latin typeface="Arial"/>
            </a:endParaRPr>
          </a:p>
        </p:txBody>
      </p:sp>
      <p:sp>
        <p:nvSpPr>
          <p:cNvPr id="121" name=""/>
          <p:cNvSpPr/>
          <p:nvPr/>
        </p:nvSpPr>
        <p:spPr>
          <a:xfrm flipH="1">
            <a:off x="6120000" y="2880000"/>
            <a:ext cx="1980000" cy="288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332BE75C-9C9A-4301-8F0A-C0FB8CD54132}"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23" name="object 11" descr=""/>
          <p:cNvPicPr/>
          <p:nvPr/>
        </p:nvPicPr>
        <p:blipFill>
          <a:blip r:embed="rId1"/>
          <a:stretch/>
        </p:blipFill>
        <p:spPr>
          <a:xfrm>
            <a:off x="-327600" y="941400"/>
            <a:ext cx="8427240" cy="5538240"/>
          </a:xfrm>
          <a:prstGeom prst="rect">
            <a:avLst/>
          </a:prstGeom>
          <a:ln w="0">
            <a:noFill/>
          </a:ln>
        </p:spPr>
      </p:pic>
      <p:sp>
        <p:nvSpPr>
          <p:cNvPr id="124"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AREF pin</a:t>
            </a:r>
            <a:endParaRPr b="0" lang="en-IE" sz="2600" spc="-1" strike="noStrike">
              <a:solidFill>
                <a:srgbClr val="000000"/>
              </a:solidFill>
              <a:latin typeface="Arial"/>
            </a:endParaRPr>
          </a:p>
        </p:txBody>
      </p:sp>
      <p:sp>
        <p:nvSpPr>
          <p:cNvPr id="125" name=""/>
          <p:cNvSpPr/>
          <p:nvPr/>
        </p:nvSpPr>
        <p:spPr>
          <a:xfrm flipH="1" flipV="1">
            <a:off x="3240000" y="1686600"/>
            <a:ext cx="4860000" cy="11934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19844EBE-5814-4061-A343-CD7AB050B1B8}"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Arduino Uno</a:t>
            </a:r>
            <a:endParaRPr b="0" lang="en-IE" sz="4400" spc="-1" strike="noStrike">
              <a:solidFill>
                <a:srgbClr val="000000"/>
              </a:solidFill>
              <a:latin typeface="Arial"/>
            </a:endParaRPr>
          </a:p>
        </p:txBody>
      </p:sp>
      <p:pic>
        <p:nvPicPr>
          <p:cNvPr id="127" name="object 12" descr=""/>
          <p:cNvPicPr/>
          <p:nvPr/>
        </p:nvPicPr>
        <p:blipFill>
          <a:blip r:embed="rId1"/>
          <a:stretch/>
        </p:blipFill>
        <p:spPr>
          <a:xfrm>
            <a:off x="-327600" y="941400"/>
            <a:ext cx="8427240" cy="5538240"/>
          </a:xfrm>
          <a:prstGeom prst="rect">
            <a:avLst/>
          </a:prstGeom>
          <a:ln w="0">
            <a:noFill/>
          </a:ln>
        </p:spPr>
      </p:pic>
      <p:sp>
        <p:nvSpPr>
          <p:cNvPr id="128" name=""/>
          <p:cNvSpPr/>
          <p:nvPr/>
        </p:nvSpPr>
        <p:spPr>
          <a:xfrm>
            <a:off x="8280000" y="2700000"/>
            <a:ext cx="3779640" cy="17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E" sz="2600" spc="-1" strike="noStrike">
                <a:solidFill>
                  <a:srgbClr val="000000"/>
                </a:solidFill>
                <a:latin typeface="Arial"/>
              </a:rPr>
              <a:t>LEDs</a:t>
            </a:r>
            <a:endParaRPr b="0" lang="en-IE" sz="2600" spc="-1" strike="noStrike">
              <a:solidFill>
                <a:srgbClr val="000000"/>
              </a:solidFill>
              <a:latin typeface="Arial"/>
            </a:endParaRPr>
          </a:p>
        </p:txBody>
      </p:sp>
      <p:sp>
        <p:nvSpPr>
          <p:cNvPr id="129" name=""/>
          <p:cNvSpPr/>
          <p:nvPr/>
        </p:nvSpPr>
        <p:spPr>
          <a:xfrm flipH="1" flipV="1">
            <a:off x="3600000" y="2340000"/>
            <a:ext cx="4500000" cy="54000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130" name=""/>
          <p:cNvSpPr/>
          <p:nvPr/>
        </p:nvSpPr>
        <p:spPr>
          <a:xfrm flipH="1">
            <a:off x="6120000" y="2858760"/>
            <a:ext cx="1987560" cy="21240"/>
          </a:xfrm>
          <a:prstGeom prst="line">
            <a:avLst/>
          </a:prstGeom>
          <a:ln w="29160">
            <a:solidFill>
              <a:srgbClr val="c9211e"/>
            </a:solidFill>
            <a:round/>
            <a:tailEnd len="med" type="triangle" w="med"/>
          </a:ln>
        </p:spPr>
        <p:style>
          <a:lnRef idx="0"/>
          <a:fillRef idx="0"/>
          <a:effectRef idx="0"/>
          <a:fontRef idx="minor"/>
        </p:style>
        <p:txBody>
          <a:bodyPr lIns="104400" rIns="104400" tIns="-38160" bIns="-38160" anchor="ctr">
            <a:noAutofit/>
          </a:bodyPr>
          <a:p>
            <a:endParaRPr b="0" lang="en-IE" sz="1800" spc="-1" strike="noStrike">
              <a:solidFill>
                <a:srgbClr val="000000"/>
              </a:solidFill>
              <a:latin typeface="Arial"/>
              <a:ea typeface="DejaVu Sans"/>
            </a:endParaRPr>
          </a:p>
        </p:txBody>
      </p:sp>
      <p:sp>
        <p:nvSpPr>
          <p:cNvPr id="131" name=""/>
          <p:cNvSpPr/>
          <p:nvPr/>
        </p:nvSpPr>
        <p:spPr>
          <a:xfrm flipH="1">
            <a:off x="3780000" y="2858760"/>
            <a:ext cx="4327560" cy="201240"/>
          </a:xfrm>
          <a:prstGeom prst="line">
            <a:avLst/>
          </a:prstGeom>
          <a:ln w="29160">
            <a:solidFill>
              <a:srgbClr val="c9211e"/>
            </a:solidFill>
            <a:round/>
            <a:tailEnd len="med" type="triangle" w="med"/>
          </a:ln>
        </p:spPr>
        <p:style>
          <a:lnRef idx="0"/>
          <a:fillRef idx="0"/>
          <a:effectRef idx="0"/>
          <a:fontRef idx="minor"/>
        </p:style>
        <p:txBody>
          <a:bodyPr lIns="104400" rIns="104400" tIns="59400" bIns="59400" anchor="ctr">
            <a:noAutofit/>
          </a:bodyPr>
          <a:p>
            <a:endParaRPr b="0" lang="en-IE" sz="1800" spc="-1" strike="noStrike">
              <a:solidFill>
                <a:srgbClr val="000000"/>
              </a:solidFill>
              <a:latin typeface="Arial"/>
              <a:ea typeface="DejaVu Sans"/>
            </a:endParaRPr>
          </a:p>
        </p:txBody>
      </p:sp>
      <p:sp>
        <p:nvSpPr>
          <p:cNvPr id="3" name="PlaceHolder 2"/>
          <p:cNvSpPr>
            <a:spLocks noGrp="1"/>
          </p:cNvSpPr>
          <p:nvPr>
            <p:ph type="sldNum" idx="17"/>
          </p:nvPr>
        </p:nvSpPr>
        <p:spPr/>
        <p:txBody>
          <a:bodyPr/>
          <a:p>
            <a:fld id="{3D3A8583-35A5-4F8E-BEEC-8EE5F2C94140}"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1600" y="1709640"/>
            <a:ext cx="10510920" cy="284832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GB" sz="6000" spc="-1" strike="noStrike">
                <a:solidFill>
                  <a:srgbClr val="b60057"/>
                </a:solidFill>
                <a:latin typeface="Arial"/>
                <a:ea typeface="DejaVu Sans"/>
              </a:rPr>
              <a:t>Programming the Arduino</a:t>
            </a:r>
            <a:endParaRPr b="0" lang="en-IE" sz="6000" spc="-1" strike="noStrike">
              <a:solidFill>
                <a:srgbClr val="000000"/>
              </a:solidFill>
              <a:latin typeface="Arial"/>
            </a:endParaRPr>
          </a:p>
        </p:txBody>
      </p:sp>
      <p:sp>
        <p:nvSpPr>
          <p:cNvPr id="133" name="PlaceHolder 2"/>
          <p:cNvSpPr>
            <a:spLocks noGrp="1"/>
          </p:cNvSpPr>
          <p:nvPr>
            <p:ph/>
          </p:nvPr>
        </p:nvSpPr>
        <p:spPr>
          <a:xfrm>
            <a:off x="831600" y="4589640"/>
            <a:ext cx="10510920" cy="149580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b="0" lang="en-US" sz="2400" spc="-1" strike="noStrike">
                <a:solidFill>
                  <a:srgbClr val="8b8b8b"/>
                </a:solidFill>
                <a:latin typeface="Arial"/>
                <a:ea typeface="DejaVu Sans"/>
              </a:rPr>
              <a:t>There is an Arduino IDE which makes this very easy!</a:t>
            </a:r>
            <a:endParaRPr b="0" lang="en-IE" sz="2400" spc="-1" strike="noStrike">
              <a:solidFill>
                <a:srgbClr val="000000"/>
              </a:solidFill>
              <a:latin typeface="Arial"/>
            </a:endParaRPr>
          </a:p>
        </p:txBody>
      </p:sp>
      <p:sp>
        <p:nvSpPr>
          <p:cNvPr id="4" name="PlaceHolder 3"/>
          <p:cNvSpPr>
            <a:spLocks noGrp="1"/>
          </p:cNvSpPr>
          <p:nvPr>
            <p:ph type="sldNum" idx="14"/>
          </p:nvPr>
        </p:nvSpPr>
        <p:spPr/>
        <p:txBody>
          <a:bodyPr/>
          <a:p>
            <a:fld id="{455C667B-E381-4AF3-8A36-0AC07549D0A8}"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Sketches</a:t>
            </a:r>
            <a:endParaRPr b="0" lang="en-IE" sz="4400" spc="-1" strike="noStrike">
              <a:solidFill>
                <a:srgbClr val="000000"/>
              </a:solidFill>
              <a:latin typeface="Arial"/>
            </a:endParaRPr>
          </a:p>
        </p:txBody>
      </p:sp>
      <p:sp>
        <p:nvSpPr>
          <p:cNvPr id="135" name="PlaceHolder 2"/>
          <p:cNvSpPr>
            <a:spLocks noGrp="1"/>
          </p:cNvSpPr>
          <p:nvPr>
            <p:ph/>
          </p:nvPr>
        </p:nvSpPr>
        <p:spPr>
          <a:xfrm>
            <a:off x="837720" y="1825560"/>
            <a:ext cx="10510920" cy="4347000"/>
          </a:xfrm>
          <a:prstGeom prst="rect">
            <a:avLst/>
          </a:prstGeom>
          <a:noFill/>
          <a:ln w="0">
            <a:noFill/>
          </a:ln>
        </p:spPr>
        <p:txBody>
          <a:bodyPr lIns="91440" rIns="91440" tIns="45720" bIns="45720" anchor="t">
            <a:normAutofit/>
          </a:bodyPr>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Arduino programs are called sketches</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They are typically written in a variant of C++ (basically C++ for AVR with a non-default linker script)</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They are transferred to the Arduino via the USB port</a:t>
            </a:r>
            <a:endParaRPr b="0" lang="en-IE" sz="2800" spc="-1" strike="noStrike">
              <a:solidFill>
                <a:srgbClr val="000000"/>
              </a:solidFill>
              <a:latin typeface="Arial"/>
            </a:endParaRPr>
          </a:p>
        </p:txBody>
      </p:sp>
      <p:sp>
        <p:nvSpPr>
          <p:cNvPr id="4" name="PlaceHolder 3"/>
          <p:cNvSpPr>
            <a:spLocks noGrp="1"/>
          </p:cNvSpPr>
          <p:nvPr>
            <p:ph type="sldNum" idx="17"/>
          </p:nvPr>
        </p:nvSpPr>
        <p:spPr/>
        <p:txBody>
          <a:bodyPr/>
          <a:p>
            <a:fld id="{A77C41BB-F3DA-4C09-A524-78497FFFBFDB}"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Basic sketch</a:t>
            </a:r>
            <a:endParaRPr b="0" lang="en-IE" sz="4400" spc="-1" strike="noStrike">
              <a:solidFill>
                <a:srgbClr val="000000"/>
              </a:solidFill>
              <a:latin typeface="Arial"/>
            </a:endParaRPr>
          </a:p>
        </p:txBody>
      </p:sp>
      <p:sp>
        <p:nvSpPr>
          <p:cNvPr id="137" name="PlaceHolder 2"/>
          <p:cNvSpPr>
            <a:spLocks noGrp="1"/>
          </p:cNvSpPr>
          <p:nvPr>
            <p:ph/>
          </p:nvPr>
        </p:nvSpPr>
        <p:spPr>
          <a:xfrm>
            <a:off x="837720" y="1825560"/>
            <a:ext cx="10510920" cy="4347000"/>
          </a:xfrm>
          <a:prstGeom prst="rect">
            <a:avLst/>
          </a:prstGeom>
          <a:noFill/>
          <a:ln w="0">
            <a:noFill/>
          </a:ln>
        </p:spPr>
        <p:txBody>
          <a:bodyPr lIns="91440" rIns="91440" tIns="45720" bIns="45720" anchor="t">
            <a:normAutofit/>
          </a:bodyPr>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An Arduino program should have two functions:</a:t>
            </a:r>
            <a:endParaRPr b="0" lang="en-IE" sz="2800" spc="-1" strike="noStrike">
              <a:solidFill>
                <a:srgbClr val="000000"/>
              </a:solidFill>
              <a:latin typeface="Arial"/>
            </a:endParaRPr>
          </a:p>
          <a:p>
            <a:pPr lvl="1" marL="864000" indent="-324000" defTabSz="914400">
              <a:lnSpc>
                <a:spcPct val="150000"/>
              </a:lnSpc>
              <a:spcBef>
                <a:spcPts val="1134"/>
              </a:spcBef>
              <a:buClr>
                <a:srgbClr val="000000"/>
              </a:buClr>
              <a:buSzPct val="75000"/>
              <a:buFont typeface="Symbol" charset="2"/>
              <a:buChar char=""/>
            </a:pPr>
            <a:r>
              <a:rPr b="1" lang="en-GB" sz="2800" spc="-1" strike="noStrike">
                <a:solidFill>
                  <a:srgbClr val="000000"/>
                </a:solidFill>
                <a:latin typeface="Arial"/>
                <a:ea typeface="DejaVu Sans"/>
              </a:rPr>
              <a:t>setup()</a:t>
            </a:r>
            <a:r>
              <a:rPr b="0" lang="en-GB" sz="2800" spc="-1" strike="noStrike">
                <a:solidFill>
                  <a:srgbClr val="000000"/>
                </a:solidFill>
                <a:latin typeface="Arial"/>
                <a:ea typeface="DejaVu Sans"/>
              </a:rPr>
              <a:t>, which contains initialisation code</a:t>
            </a:r>
            <a:endParaRPr b="0" lang="en-IE" sz="2800" spc="-1" strike="noStrike">
              <a:solidFill>
                <a:srgbClr val="000000"/>
              </a:solidFill>
              <a:latin typeface="Arial"/>
            </a:endParaRPr>
          </a:p>
          <a:p>
            <a:pPr lvl="1" marL="864000" indent="-324000" defTabSz="914400">
              <a:lnSpc>
                <a:spcPct val="150000"/>
              </a:lnSpc>
              <a:spcBef>
                <a:spcPts val="1134"/>
              </a:spcBef>
              <a:buClr>
                <a:srgbClr val="000000"/>
              </a:buClr>
              <a:buSzPct val="75000"/>
              <a:buFont typeface="Symbol" charset="2"/>
              <a:buChar char=""/>
            </a:pPr>
            <a:r>
              <a:rPr b="1" lang="en-GB" sz="2800" spc="-1" strike="noStrike">
                <a:solidFill>
                  <a:srgbClr val="000000"/>
                </a:solidFill>
                <a:latin typeface="Arial"/>
                <a:ea typeface="DejaVu Sans"/>
              </a:rPr>
              <a:t>loop()</a:t>
            </a:r>
            <a:r>
              <a:rPr b="0" lang="en-GB" sz="2800" spc="-1" strike="noStrike">
                <a:solidFill>
                  <a:srgbClr val="000000"/>
                </a:solidFill>
                <a:latin typeface="Arial"/>
                <a:ea typeface="DejaVu Sans"/>
              </a:rPr>
              <a:t>, which runs continuously until the Arduino is turned off!</a:t>
            </a:r>
            <a:endParaRPr b="0" lang="en-IE" sz="2800" spc="-1" strike="noStrike">
              <a:solidFill>
                <a:srgbClr val="000000"/>
              </a:solidFill>
              <a:latin typeface="Arial"/>
            </a:endParaRPr>
          </a:p>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Unlike a typical C++ program, there is </a:t>
            </a:r>
            <a:r>
              <a:rPr b="1" lang="en-GB" sz="2800" spc="-1" strike="noStrike">
                <a:solidFill>
                  <a:srgbClr val="000000"/>
                </a:solidFill>
                <a:latin typeface="Arial"/>
                <a:ea typeface="DejaVu Sans"/>
              </a:rPr>
              <a:t>no main()</a:t>
            </a:r>
            <a:endParaRPr b="0" lang="en-IE" sz="2800" spc="-1" strike="noStrike">
              <a:solidFill>
                <a:srgbClr val="000000"/>
              </a:solidFill>
              <a:latin typeface="Arial"/>
            </a:endParaRPr>
          </a:p>
        </p:txBody>
      </p:sp>
      <p:sp>
        <p:nvSpPr>
          <p:cNvPr id="4" name="PlaceHolder 3"/>
          <p:cNvSpPr>
            <a:spLocks noGrp="1"/>
          </p:cNvSpPr>
          <p:nvPr>
            <p:ph type="sldNum" idx="17"/>
          </p:nvPr>
        </p:nvSpPr>
        <p:spPr/>
        <p:txBody>
          <a:bodyPr/>
          <a:p>
            <a:fld id="{B8E8391E-0836-4937-8847-516BFF25B372}"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Blinking an LED</a:t>
            </a:r>
            <a:endParaRPr b="0" lang="en-IE" sz="4400" spc="-1" strike="noStrike">
              <a:solidFill>
                <a:srgbClr val="000000"/>
              </a:solidFill>
              <a:latin typeface="Arial"/>
            </a:endParaRPr>
          </a:p>
        </p:txBody>
      </p:sp>
      <p:pic>
        <p:nvPicPr>
          <p:cNvPr id="139" name="" descr=""/>
          <p:cNvPicPr/>
          <p:nvPr/>
        </p:nvPicPr>
        <p:blipFill>
          <a:blip r:embed="rId1"/>
          <a:stretch/>
        </p:blipFill>
        <p:spPr>
          <a:xfrm>
            <a:off x="3420000" y="1423080"/>
            <a:ext cx="5645520" cy="4516560"/>
          </a:xfrm>
          <a:prstGeom prst="rect">
            <a:avLst/>
          </a:prstGeom>
          <a:ln w="0">
            <a:noFill/>
          </a:ln>
        </p:spPr>
      </p:pic>
      <p:sp>
        <p:nvSpPr>
          <p:cNvPr id="3" name="PlaceHolder 2"/>
          <p:cNvSpPr>
            <a:spLocks noGrp="1"/>
          </p:cNvSpPr>
          <p:nvPr>
            <p:ph type="sldNum" idx="20"/>
          </p:nvPr>
        </p:nvSpPr>
        <p:spPr/>
        <p:txBody>
          <a:bodyPr/>
          <a:p>
            <a:fld id="{D0D133BD-82F9-4C99-88FC-0FE8F057374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Blinking your own LED</a:t>
            </a:r>
            <a:endParaRPr b="0" lang="en-IE" sz="4400" spc="-1" strike="noStrike">
              <a:solidFill>
                <a:srgbClr val="000000"/>
              </a:solidFill>
              <a:latin typeface="Arial"/>
            </a:endParaRPr>
          </a:p>
        </p:txBody>
      </p:sp>
      <p:pic>
        <p:nvPicPr>
          <p:cNvPr id="141" name="" descr=""/>
          <p:cNvPicPr/>
          <p:nvPr/>
        </p:nvPicPr>
        <p:blipFill>
          <a:blip r:embed="rId1"/>
          <a:stretch/>
        </p:blipFill>
        <p:spPr>
          <a:xfrm>
            <a:off x="3420000" y="1440000"/>
            <a:ext cx="5609520" cy="4323600"/>
          </a:xfrm>
          <a:prstGeom prst="rect">
            <a:avLst/>
          </a:prstGeom>
          <a:ln w="0">
            <a:noFill/>
          </a:ln>
        </p:spPr>
      </p:pic>
      <p:sp>
        <p:nvSpPr>
          <p:cNvPr id="3" name="PlaceHolder 2"/>
          <p:cNvSpPr>
            <a:spLocks noGrp="1"/>
          </p:cNvSpPr>
          <p:nvPr>
            <p:ph type="sldNum" idx="20"/>
          </p:nvPr>
        </p:nvSpPr>
        <p:spPr/>
        <p:txBody>
          <a:bodyPr/>
          <a:p>
            <a:fld id="{2316A024-CB2A-4C09-9230-B0910064F890}"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Making the LED fade in and out</a:t>
            </a:r>
            <a:endParaRPr b="0" lang="en-IE" sz="4400" spc="-1" strike="noStrike">
              <a:solidFill>
                <a:srgbClr val="000000"/>
              </a:solidFill>
              <a:latin typeface="Arial"/>
            </a:endParaRPr>
          </a:p>
        </p:txBody>
      </p:sp>
      <p:pic>
        <p:nvPicPr>
          <p:cNvPr id="143" name="" descr=""/>
          <p:cNvPicPr/>
          <p:nvPr/>
        </p:nvPicPr>
        <p:blipFill>
          <a:blip r:embed="rId1"/>
          <a:stretch/>
        </p:blipFill>
        <p:spPr>
          <a:xfrm>
            <a:off x="1976040" y="1440000"/>
            <a:ext cx="8283600" cy="4667760"/>
          </a:xfrm>
          <a:prstGeom prst="rect">
            <a:avLst/>
          </a:prstGeom>
          <a:ln w="0">
            <a:noFill/>
          </a:ln>
        </p:spPr>
      </p:pic>
      <p:sp>
        <p:nvSpPr>
          <p:cNvPr id="3" name="PlaceHolder 2"/>
          <p:cNvSpPr>
            <a:spLocks noGrp="1"/>
          </p:cNvSpPr>
          <p:nvPr>
            <p:ph type="sldNum" idx="20"/>
          </p:nvPr>
        </p:nvSpPr>
        <p:spPr/>
        <p:txBody>
          <a:bodyPr/>
          <a:p>
            <a:fld id="{4C2FC2F8-7FBE-4FC1-91CE-C2D38697B5CB}"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Potentiometer diagram</a:t>
            </a:r>
            <a:endParaRPr b="0" lang="en-IE" sz="4400" spc="-1" strike="noStrike">
              <a:solidFill>
                <a:srgbClr val="000000"/>
              </a:solidFill>
              <a:latin typeface="Arial"/>
            </a:endParaRPr>
          </a:p>
        </p:txBody>
      </p:sp>
      <p:pic>
        <p:nvPicPr>
          <p:cNvPr id="145" name="object 13" descr=""/>
          <p:cNvPicPr/>
          <p:nvPr/>
        </p:nvPicPr>
        <p:blipFill>
          <a:blip r:embed="rId1"/>
          <a:stretch/>
        </p:blipFill>
        <p:spPr>
          <a:xfrm>
            <a:off x="1509480" y="1980000"/>
            <a:ext cx="9290160" cy="2478240"/>
          </a:xfrm>
          <a:prstGeom prst="rect">
            <a:avLst/>
          </a:prstGeom>
          <a:ln w="0">
            <a:noFill/>
          </a:ln>
        </p:spPr>
      </p:pic>
      <p:sp>
        <p:nvSpPr>
          <p:cNvPr id="3" name="PlaceHolder 2"/>
          <p:cNvSpPr>
            <a:spLocks noGrp="1"/>
          </p:cNvSpPr>
          <p:nvPr>
            <p:ph type="sldNum" idx="20"/>
          </p:nvPr>
        </p:nvSpPr>
        <p:spPr/>
        <p:txBody>
          <a:bodyPr/>
          <a:p>
            <a:fld id="{B9435049-CCD3-4C1B-BAAF-D6F67C360544}"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Potentiometer code</a:t>
            </a:r>
            <a:endParaRPr b="0" lang="en-IE" sz="4400" spc="-1" strike="noStrike">
              <a:solidFill>
                <a:srgbClr val="000000"/>
              </a:solidFill>
              <a:latin typeface="Arial"/>
            </a:endParaRPr>
          </a:p>
        </p:txBody>
      </p:sp>
      <p:pic>
        <p:nvPicPr>
          <p:cNvPr id="147" name="" descr=""/>
          <p:cNvPicPr/>
          <p:nvPr/>
        </p:nvPicPr>
        <p:blipFill>
          <a:blip r:embed="rId1"/>
          <a:stretch/>
        </p:blipFill>
        <p:spPr>
          <a:xfrm>
            <a:off x="1800000" y="1440000"/>
            <a:ext cx="8661960" cy="4325400"/>
          </a:xfrm>
          <a:prstGeom prst="rect">
            <a:avLst/>
          </a:prstGeom>
          <a:ln w="0">
            <a:noFill/>
          </a:ln>
        </p:spPr>
      </p:pic>
      <p:sp>
        <p:nvSpPr>
          <p:cNvPr id="3" name="PlaceHolder 2"/>
          <p:cNvSpPr>
            <a:spLocks noGrp="1"/>
          </p:cNvSpPr>
          <p:nvPr>
            <p:ph type="sldNum" idx="20"/>
          </p:nvPr>
        </p:nvSpPr>
        <p:spPr/>
        <p:txBody>
          <a:bodyPr/>
          <a:p>
            <a:fld id="{2699EACC-87AC-4CC5-A3D4-8A0457E6B3D8}"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Button</a:t>
            </a:r>
            <a:endParaRPr b="0" lang="en-IE" sz="4400" spc="-1" strike="noStrike">
              <a:solidFill>
                <a:srgbClr val="000000"/>
              </a:solidFill>
              <a:latin typeface="Arial"/>
            </a:endParaRPr>
          </a:p>
        </p:txBody>
      </p:sp>
      <p:pic>
        <p:nvPicPr>
          <p:cNvPr id="149" name="" descr=""/>
          <p:cNvPicPr/>
          <p:nvPr/>
        </p:nvPicPr>
        <p:blipFill>
          <a:blip r:embed="rId1"/>
          <a:stretch/>
        </p:blipFill>
        <p:spPr>
          <a:xfrm>
            <a:off x="353160" y="1800000"/>
            <a:ext cx="4866480" cy="3342600"/>
          </a:xfrm>
          <a:prstGeom prst="rect">
            <a:avLst/>
          </a:prstGeom>
          <a:ln w="0">
            <a:noFill/>
          </a:ln>
        </p:spPr>
      </p:pic>
      <p:pic>
        <p:nvPicPr>
          <p:cNvPr id="150" name="" descr=""/>
          <p:cNvPicPr/>
          <p:nvPr/>
        </p:nvPicPr>
        <p:blipFill>
          <a:blip r:embed="rId2"/>
          <a:stretch/>
        </p:blipFill>
        <p:spPr>
          <a:xfrm>
            <a:off x="5257800" y="1080000"/>
            <a:ext cx="6801840" cy="4679640"/>
          </a:xfrm>
          <a:prstGeom prst="rect">
            <a:avLst/>
          </a:prstGeom>
          <a:ln w="0">
            <a:noFill/>
          </a:ln>
        </p:spPr>
      </p:pic>
      <p:sp>
        <p:nvSpPr>
          <p:cNvPr id="3" name="PlaceHolder 2"/>
          <p:cNvSpPr>
            <a:spLocks noGrp="1"/>
          </p:cNvSpPr>
          <p:nvPr>
            <p:ph type="sldNum" idx="20"/>
          </p:nvPr>
        </p:nvSpPr>
        <p:spPr/>
        <p:txBody>
          <a:bodyPr/>
          <a:p>
            <a:fld id="{5D3B3466-5ABE-4784-BD83-A5C8C869FFA2}"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Serial monitor (useful for debugging)</a:t>
            </a:r>
            <a:endParaRPr b="0" lang="en-IE" sz="4400" spc="-1" strike="noStrike">
              <a:solidFill>
                <a:srgbClr val="000000"/>
              </a:solidFill>
              <a:latin typeface="Arial"/>
            </a:endParaRPr>
          </a:p>
        </p:txBody>
      </p:sp>
      <p:pic>
        <p:nvPicPr>
          <p:cNvPr id="152" name="" descr=""/>
          <p:cNvPicPr/>
          <p:nvPr/>
        </p:nvPicPr>
        <p:blipFill>
          <a:blip r:embed="rId1"/>
          <a:stretch/>
        </p:blipFill>
        <p:spPr>
          <a:xfrm>
            <a:off x="2772720" y="1977120"/>
            <a:ext cx="6766920" cy="3422520"/>
          </a:xfrm>
          <a:prstGeom prst="rect">
            <a:avLst/>
          </a:prstGeom>
          <a:ln w="0">
            <a:noFill/>
          </a:ln>
        </p:spPr>
      </p:pic>
      <p:sp>
        <p:nvSpPr>
          <p:cNvPr id="3" name="PlaceHolder 2"/>
          <p:cNvSpPr>
            <a:spLocks noGrp="1"/>
          </p:cNvSpPr>
          <p:nvPr>
            <p:ph type="sldNum" idx="20"/>
          </p:nvPr>
        </p:nvSpPr>
        <p:spPr/>
        <p:txBody>
          <a:bodyPr/>
          <a:p>
            <a:fld id="{CC6683AA-D8DF-441E-959F-622B98F91745}"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LED bar chart diagram</a:t>
            </a:r>
            <a:endParaRPr b="0" lang="en-IE" sz="4400" spc="-1" strike="noStrike">
              <a:solidFill>
                <a:srgbClr val="000000"/>
              </a:solidFill>
              <a:latin typeface="Arial"/>
            </a:endParaRPr>
          </a:p>
        </p:txBody>
      </p:sp>
      <p:pic>
        <p:nvPicPr>
          <p:cNvPr id="154" name="object 14" descr=""/>
          <p:cNvPicPr/>
          <p:nvPr/>
        </p:nvPicPr>
        <p:blipFill>
          <a:blip r:embed="rId1"/>
          <a:stretch/>
        </p:blipFill>
        <p:spPr>
          <a:xfrm>
            <a:off x="2819520" y="1432440"/>
            <a:ext cx="6360120" cy="4415040"/>
          </a:xfrm>
          <a:prstGeom prst="rect">
            <a:avLst/>
          </a:prstGeom>
          <a:ln w="0">
            <a:noFill/>
          </a:ln>
        </p:spPr>
      </p:pic>
      <p:sp>
        <p:nvSpPr>
          <p:cNvPr id="3" name="PlaceHolder 2"/>
          <p:cNvSpPr>
            <a:spLocks noGrp="1"/>
          </p:cNvSpPr>
          <p:nvPr>
            <p:ph type="sldNum" idx="20"/>
          </p:nvPr>
        </p:nvSpPr>
        <p:spPr/>
        <p:txBody>
          <a:bodyPr/>
          <a:p>
            <a:fld id="{26038DEE-D4E9-4E76-BD54-3A5897E8D3C8}"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LED bar chart code</a:t>
            </a:r>
            <a:endParaRPr b="0" lang="en-IE" sz="4400" spc="-1" strike="noStrike">
              <a:solidFill>
                <a:srgbClr val="000000"/>
              </a:solidFill>
              <a:latin typeface="Arial"/>
            </a:endParaRPr>
          </a:p>
        </p:txBody>
      </p:sp>
      <p:pic>
        <p:nvPicPr>
          <p:cNvPr id="156" name="" descr=""/>
          <p:cNvPicPr/>
          <p:nvPr/>
        </p:nvPicPr>
        <p:blipFill>
          <a:blip r:embed="rId1"/>
          <a:stretch/>
        </p:blipFill>
        <p:spPr>
          <a:xfrm>
            <a:off x="180000" y="2034720"/>
            <a:ext cx="5779080" cy="2536920"/>
          </a:xfrm>
          <a:prstGeom prst="rect">
            <a:avLst/>
          </a:prstGeom>
          <a:ln w="0">
            <a:noFill/>
          </a:ln>
        </p:spPr>
      </p:pic>
      <p:pic>
        <p:nvPicPr>
          <p:cNvPr id="157" name="" descr=""/>
          <p:cNvPicPr/>
          <p:nvPr/>
        </p:nvPicPr>
        <p:blipFill>
          <a:blip r:embed="rId2"/>
          <a:stretch/>
        </p:blipFill>
        <p:spPr>
          <a:xfrm>
            <a:off x="6135480" y="1980000"/>
            <a:ext cx="6104160" cy="2699640"/>
          </a:xfrm>
          <a:prstGeom prst="rect">
            <a:avLst/>
          </a:prstGeom>
          <a:ln w="0">
            <a:noFill/>
          </a:ln>
        </p:spPr>
      </p:pic>
      <p:sp>
        <p:nvSpPr>
          <p:cNvPr id="3" name="PlaceHolder 2"/>
          <p:cNvSpPr>
            <a:spLocks noGrp="1"/>
          </p:cNvSpPr>
          <p:nvPr>
            <p:ph type="sldNum" idx="20"/>
          </p:nvPr>
        </p:nvSpPr>
        <p:spPr/>
        <p:txBody>
          <a:bodyPr/>
          <a:p>
            <a:fld id="{8AACBFEB-FD0A-4A53-8D41-C2926D7522D4}"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Servos</a:t>
            </a:r>
            <a:endParaRPr b="0" lang="en-IE" sz="4400" spc="-1" strike="noStrike">
              <a:solidFill>
                <a:srgbClr val="000000"/>
              </a:solidFill>
              <a:latin typeface="Arial"/>
            </a:endParaRPr>
          </a:p>
        </p:txBody>
      </p:sp>
      <p:pic>
        <p:nvPicPr>
          <p:cNvPr id="159" name="" descr=""/>
          <p:cNvPicPr/>
          <p:nvPr/>
        </p:nvPicPr>
        <p:blipFill>
          <a:blip r:embed="rId1"/>
          <a:stretch/>
        </p:blipFill>
        <p:spPr>
          <a:xfrm>
            <a:off x="3833640" y="929160"/>
            <a:ext cx="4523760" cy="4980960"/>
          </a:xfrm>
          <a:prstGeom prst="rect">
            <a:avLst/>
          </a:prstGeom>
          <a:ln w="0">
            <a:noFill/>
          </a:ln>
        </p:spPr>
      </p:pic>
      <p:sp>
        <p:nvSpPr>
          <p:cNvPr id="3" name="PlaceHolder 2"/>
          <p:cNvSpPr>
            <a:spLocks noGrp="1"/>
          </p:cNvSpPr>
          <p:nvPr>
            <p:ph type="sldNum" idx="20"/>
          </p:nvPr>
        </p:nvSpPr>
        <p:spPr/>
        <p:txBody>
          <a:bodyPr/>
          <a:p>
            <a:fld id="{7DF4604A-FDCD-492D-96AB-A469BE48C9C1}"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TMP36 sensor</a:t>
            </a:r>
            <a:endParaRPr b="0" lang="en-IE" sz="4400" spc="-1" strike="noStrike">
              <a:solidFill>
                <a:srgbClr val="000000"/>
              </a:solidFill>
              <a:latin typeface="Arial"/>
            </a:endParaRPr>
          </a:p>
        </p:txBody>
      </p:sp>
      <p:pic>
        <p:nvPicPr>
          <p:cNvPr id="161" name="object 15" descr=""/>
          <p:cNvPicPr/>
          <p:nvPr/>
        </p:nvPicPr>
        <p:blipFill>
          <a:blip r:embed="rId1"/>
          <a:stretch/>
        </p:blipFill>
        <p:spPr>
          <a:xfrm>
            <a:off x="4140000" y="1506960"/>
            <a:ext cx="3779640" cy="4252680"/>
          </a:xfrm>
          <a:prstGeom prst="rect">
            <a:avLst/>
          </a:prstGeom>
          <a:ln w="0">
            <a:noFill/>
          </a:ln>
        </p:spPr>
      </p:pic>
      <p:sp>
        <p:nvSpPr>
          <p:cNvPr id="3" name="PlaceHolder 2"/>
          <p:cNvSpPr>
            <a:spLocks noGrp="1"/>
          </p:cNvSpPr>
          <p:nvPr>
            <p:ph type="sldNum" idx="20"/>
          </p:nvPr>
        </p:nvSpPr>
        <p:spPr/>
        <p:txBody>
          <a:bodyPr/>
          <a:p>
            <a:fld id="{C1B34F01-2D1E-46B9-AF99-0124D4B06172}"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TMP36 behaviour</a:t>
            </a:r>
            <a:endParaRPr b="0" lang="en-IE" sz="4400" spc="-1" strike="noStrike">
              <a:solidFill>
                <a:srgbClr val="000000"/>
              </a:solidFill>
              <a:latin typeface="Arial"/>
            </a:endParaRPr>
          </a:p>
        </p:txBody>
      </p:sp>
      <p:sp>
        <p:nvSpPr>
          <p:cNvPr id="163" name="PlaceHolder 2"/>
          <p:cNvSpPr>
            <a:spLocks noGrp="1"/>
          </p:cNvSpPr>
          <p:nvPr>
            <p:ph/>
          </p:nvPr>
        </p:nvSpPr>
        <p:spPr>
          <a:xfrm>
            <a:off x="837720" y="1825560"/>
            <a:ext cx="10510920" cy="4347000"/>
          </a:xfrm>
          <a:prstGeom prst="rect">
            <a:avLst/>
          </a:prstGeom>
          <a:noFill/>
          <a:ln w="0">
            <a:noFill/>
          </a:ln>
        </p:spPr>
        <p:txBody>
          <a:bodyPr lIns="91440" rIns="91440" tIns="45720" bIns="45720" anchor="t">
            <a:normAutofit/>
          </a:bodyPr>
          <a:p>
            <a:pPr marL="457200" indent="-457200" defTabSz="914400">
              <a:lnSpc>
                <a:spcPct val="150000"/>
              </a:lnSpc>
              <a:spcBef>
                <a:spcPts val="1001"/>
              </a:spcBef>
              <a:buClr>
                <a:srgbClr val="000000"/>
              </a:buClr>
              <a:buFont typeface="Arial"/>
              <a:buChar char="•"/>
            </a:pPr>
            <a:r>
              <a:rPr b="0" lang="en-GB" sz="2800" spc="-1" strike="noStrike">
                <a:solidFill>
                  <a:srgbClr val="000000"/>
                </a:solidFill>
                <a:latin typeface="Arial"/>
                <a:ea typeface="DejaVu Sans"/>
              </a:rPr>
              <a:t>The analogue output pin outputs a voltage between 0 and 5 volts (0 and 5000 millivolts)</a:t>
            </a:r>
            <a:endParaRPr b="0" lang="en-IE" sz="2800" spc="-1" strike="noStrike">
              <a:solidFill>
                <a:srgbClr val="000000"/>
              </a:solidFill>
              <a:latin typeface="Arial"/>
            </a:endParaRPr>
          </a:p>
          <a:p>
            <a:pPr marL="457200" indent="-457200" defTabSz="914400">
              <a:lnSpc>
                <a:spcPct val="150000"/>
              </a:lnSpc>
              <a:spcBef>
                <a:spcPts val="1191"/>
              </a:spcBef>
              <a:spcAft>
                <a:spcPts val="992"/>
              </a:spcAft>
              <a:buClr>
                <a:srgbClr val="000000"/>
              </a:buClr>
              <a:buFont typeface="Arial"/>
              <a:buChar char="•"/>
            </a:pPr>
            <a:r>
              <a:rPr b="0" lang="en-GB" sz="2800" spc="-1" strike="noStrike">
                <a:solidFill>
                  <a:srgbClr val="000000"/>
                </a:solidFill>
                <a:latin typeface="Arial"/>
                <a:ea typeface="DejaVu Sans"/>
              </a:rPr>
              <a:t>The temperature (in °C) is:</a:t>
            </a:r>
            <a:endParaRPr b="0" lang="en-IE" sz="2800" spc="-1" strike="noStrike">
              <a:solidFill>
                <a:srgbClr val="000000"/>
              </a:solidFill>
              <a:latin typeface="Arial"/>
            </a:endParaRPr>
          </a:p>
          <a:p>
            <a:pPr lvl="1" marL="864000" indent="-324000" defTabSz="914400">
              <a:lnSpc>
                <a:spcPct val="150000"/>
              </a:lnSpc>
              <a:spcBef>
                <a:spcPts val="1134"/>
              </a:spcBef>
              <a:buClr>
                <a:srgbClr val="000000"/>
              </a:buClr>
              <a:buSzPct val="75000"/>
              <a:buFont typeface="Symbol" charset="2"/>
              <a:buChar char=""/>
            </a:pPr>
            <a:r>
              <a:rPr b="0" lang="en-GB" sz="2800" spc="-1" strike="noStrike">
                <a:solidFill>
                  <a:srgbClr val="000000"/>
                </a:solidFill>
                <a:latin typeface="Arial"/>
                <a:ea typeface="DejaVu Sans"/>
              </a:rPr>
              <a:t>(V</a:t>
            </a:r>
            <a:r>
              <a:rPr b="0" lang="en-GB" sz="2800" spc="-1" strike="noStrike" baseline="-8000">
                <a:solidFill>
                  <a:srgbClr val="000000"/>
                </a:solidFill>
                <a:latin typeface="Arial"/>
                <a:ea typeface="DejaVu Sans"/>
              </a:rPr>
              <a:t>out</a:t>
            </a:r>
            <a:r>
              <a:rPr b="0" lang="en-GB" sz="2800" spc="-1" strike="noStrike">
                <a:solidFill>
                  <a:srgbClr val="000000"/>
                </a:solidFill>
                <a:latin typeface="Arial"/>
                <a:ea typeface="DejaVu Sans"/>
              </a:rPr>
              <a:t> – 500) / 10</a:t>
            </a:r>
            <a:endParaRPr b="0" lang="en-IE" sz="2800" spc="-1" strike="noStrike">
              <a:solidFill>
                <a:srgbClr val="000000"/>
              </a:solidFill>
              <a:latin typeface="Arial"/>
            </a:endParaRPr>
          </a:p>
        </p:txBody>
      </p:sp>
      <p:sp>
        <p:nvSpPr>
          <p:cNvPr id="4" name="PlaceHolder 3"/>
          <p:cNvSpPr>
            <a:spLocks noGrp="1"/>
          </p:cNvSpPr>
          <p:nvPr>
            <p:ph type="sldNum" idx="17"/>
          </p:nvPr>
        </p:nvSpPr>
        <p:spPr/>
        <p:txBody>
          <a:bodyPr/>
          <a:p>
            <a:fld id="{E51E3E9A-681D-44C1-9B2E-1FC7BD274D4F}"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TMP36 code</a:t>
            </a:r>
            <a:endParaRPr b="0" lang="en-IE" sz="4400" spc="-1" strike="noStrike">
              <a:solidFill>
                <a:srgbClr val="000000"/>
              </a:solidFill>
              <a:latin typeface="Arial"/>
            </a:endParaRPr>
          </a:p>
        </p:txBody>
      </p:sp>
      <p:pic>
        <p:nvPicPr>
          <p:cNvPr id="165" name="" descr=""/>
          <p:cNvPicPr/>
          <p:nvPr/>
        </p:nvPicPr>
        <p:blipFill>
          <a:blip r:embed="rId1"/>
          <a:stretch/>
        </p:blipFill>
        <p:spPr>
          <a:xfrm>
            <a:off x="1938240" y="1819800"/>
            <a:ext cx="8314560" cy="3199680"/>
          </a:xfrm>
          <a:prstGeom prst="rect">
            <a:avLst/>
          </a:prstGeom>
          <a:ln w="0">
            <a:noFill/>
          </a:ln>
        </p:spPr>
      </p:pic>
      <p:sp>
        <p:nvSpPr>
          <p:cNvPr id="3" name="PlaceHolder 2"/>
          <p:cNvSpPr>
            <a:spLocks noGrp="1"/>
          </p:cNvSpPr>
          <p:nvPr>
            <p:ph type="sldNum" idx="20"/>
          </p:nvPr>
        </p:nvSpPr>
        <p:spPr/>
        <p:txBody>
          <a:bodyPr/>
          <a:p>
            <a:fld id="{F4203E79-5D50-463F-94FA-666DC8392A90}"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1600" y="1709640"/>
            <a:ext cx="10510920" cy="284832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GB" sz="6000" spc="-1" strike="noStrike">
                <a:solidFill>
                  <a:srgbClr val="b60057"/>
                </a:solidFill>
                <a:latin typeface="Arial"/>
                <a:ea typeface="DejaVu Sans"/>
              </a:rPr>
              <a:t>Networking</a:t>
            </a:r>
            <a:endParaRPr b="0" lang="en-IE" sz="6000" spc="-1" strike="noStrike">
              <a:solidFill>
                <a:srgbClr val="000000"/>
              </a:solidFill>
              <a:latin typeface="Arial"/>
            </a:endParaRPr>
          </a:p>
        </p:txBody>
      </p:sp>
      <p:sp>
        <p:nvSpPr>
          <p:cNvPr id="167" name="PlaceHolder 2"/>
          <p:cNvSpPr>
            <a:spLocks noGrp="1"/>
          </p:cNvSpPr>
          <p:nvPr>
            <p:ph/>
          </p:nvPr>
        </p:nvSpPr>
        <p:spPr>
          <a:xfrm>
            <a:off x="831600" y="4589640"/>
            <a:ext cx="10510920" cy="149580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b="0" lang="en-US" sz="2400" spc="-1" strike="noStrike">
                <a:solidFill>
                  <a:srgbClr val="8b8b8b"/>
                </a:solidFill>
                <a:latin typeface="Arial"/>
                <a:ea typeface="DejaVu Sans"/>
              </a:rPr>
              <a:t>We can’t really do this in TU Dublin</a:t>
            </a:r>
            <a:endParaRPr b="0" lang="en-IE" sz="2400" spc="-1" strike="noStrike">
              <a:solidFill>
                <a:srgbClr val="000000"/>
              </a:solidFill>
              <a:latin typeface="Arial"/>
            </a:endParaRPr>
          </a:p>
        </p:txBody>
      </p:sp>
      <p:sp>
        <p:nvSpPr>
          <p:cNvPr id="4" name="PlaceHolder 3"/>
          <p:cNvSpPr>
            <a:spLocks noGrp="1"/>
          </p:cNvSpPr>
          <p:nvPr>
            <p:ph type="sldNum" idx="14"/>
          </p:nvPr>
        </p:nvSpPr>
        <p:spPr/>
        <p:txBody>
          <a:bodyPr/>
          <a:p>
            <a:fld id="{4E11AFB1-A3B4-434F-B70E-F015143B9787}"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Networking shield</a:t>
            </a:r>
            <a:endParaRPr b="0" lang="en-IE" sz="4400" spc="-1" strike="noStrike">
              <a:solidFill>
                <a:srgbClr val="000000"/>
              </a:solidFill>
              <a:latin typeface="Arial"/>
            </a:endParaRPr>
          </a:p>
        </p:txBody>
      </p:sp>
      <p:pic>
        <p:nvPicPr>
          <p:cNvPr id="169" name="object 4" descr=""/>
          <p:cNvPicPr/>
          <p:nvPr/>
        </p:nvPicPr>
        <p:blipFill>
          <a:blip r:embed="rId1"/>
          <a:stretch/>
        </p:blipFill>
        <p:spPr>
          <a:xfrm>
            <a:off x="2520000" y="1594080"/>
            <a:ext cx="7593480" cy="3985560"/>
          </a:xfrm>
          <a:prstGeom prst="rect">
            <a:avLst/>
          </a:prstGeom>
          <a:ln w="0">
            <a:noFill/>
          </a:ln>
        </p:spPr>
      </p:pic>
      <p:sp>
        <p:nvSpPr>
          <p:cNvPr id="3" name="PlaceHolder 2"/>
          <p:cNvSpPr>
            <a:spLocks noGrp="1"/>
          </p:cNvSpPr>
          <p:nvPr>
            <p:ph type="sldNum" idx="29"/>
          </p:nvPr>
        </p:nvSpPr>
        <p:spPr/>
        <p:txBody>
          <a:bodyPr/>
          <a:p>
            <a:fld id="{315C4ACE-3EA0-4663-BB48-CBAD4CC641F2}"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Connecting to WiFi</a:t>
            </a:r>
            <a:endParaRPr b="0" lang="en-IE" sz="4400" spc="-1" strike="noStrike">
              <a:solidFill>
                <a:srgbClr val="000000"/>
              </a:solidFill>
              <a:latin typeface="Arial"/>
            </a:endParaRPr>
          </a:p>
        </p:txBody>
      </p:sp>
      <p:pic>
        <p:nvPicPr>
          <p:cNvPr id="171" name="" descr=""/>
          <p:cNvPicPr/>
          <p:nvPr/>
        </p:nvPicPr>
        <p:blipFill>
          <a:blip r:embed="rId1"/>
          <a:stretch/>
        </p:blipFill>
        <p:spPr>
          <a:xfrm>
            <a:off x="180000" y="1620000"/>
            <a:ext cx="5837400" cy="3599640"/>
          </a:xfrm>
          <a:prstGeom prst="rect">
            <a:avLst/>
          </a:prstGeom>
          <a:ln w="0">
            <a:noFill/>
          </a:ln>
        </p:spPr>
      </p:pic>
      <p:pic>
        <p:nvPicPr>
          <p:cNvPr id="172" name="" descr=""/>
          <p:cNvPicPr/>
          <p:nvPr/>
        </p:nvPicPr>
        <p:blipFill>
          <a:blip r:embed="rId2"/>
          <a:stretch/>
        </p:blipFill>
        <p:spPr>
          <a:xfrm>
            <a:off x="6480720" y="2520000"/>
            <a:ext cx="5218920" cy="1761480"/>
          </a:xfrm>
          <a:prstGeom prst="rect">
            <a:avLst/>
          </a:prstGeom>
          <a:ln w="0">
            <a:noFill/>
          </a:ln>
        </p:spPr>
      </p:pic>
      <p:sp>
        <p:nvSpPr>
          <p:cNvPr id="3" name="PlaceHolder 2"/>
          <p:cNvSpPr>
            <a:spLocks noGrp="1"/>
          </p:cNvSpPr>
          <p:nvPr>
            <p:ph type="sldNum" idx="29"/>
          </p:nvPr>
        </p:nvSpPr>
        <p:spPr/>
        <p:txBody>
          <a:bodyPr/>
          <a:p>
            <a:fld id="{ECF44F6F-59C4-4447-804F-491F0245F647}"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MQTT subscriber</a:t>
            </a:r>
            <a:endParaRPr b="0" lang="en-IE" sz="4400" spc="-1" strike="noStrike">
              <a:solidFill>
                <a:srgbClr val="000000"/>
              </a:solidFill>
              <a:latin typeface="Arial"/>
            </a:endParaRPr>
          </a:p>
        </p:txBody>
      </p:sp>
      <p:pic>
        <p:nvPicPr>
          <p:cNvPr id="174" name="" descr=""/>
          <p:cNvPicPr/>
          <p:nvPr/>
        </p:nvPicPr>
        <p:blipFill>
          <a:blip r:embed="rId1"/>
          <a:stretch/>
        </p:blipFill>
        <p:spPr>
          <a:xfrm>
            <a:off x="411120" y="1440000"/>
            <a:ext cx="4628880" cy="4658400"/>
          </a:xfrm>
          <a:prstGeom prst="rect">
            <a:avLst/>
          </a:prstGeom>
          <a:ln w="0">
            <a:noFill/>
          </a:ln>
        </p:spPr>
      </p:pic>
      <p:pic>
        <p:nvPicPr>
          <p:cNvPr id="175" name="" descr=""/>
          <p:cNvPicPr/>
          <p:nvPr/>
        </p:nvPicPr>
        <p:blipFill>
          <a:blip r:embed="rId2"/>
          <a:stretch/>
        </p:blipFill>
        <p:spPr>
          <a:xfrm>
            <a:off x="6340680" y="2037960"/>
            <a:ext cx="4819320" cy="3038040"/>
          </a:xfrm>
          <a:prstGeom prst="rect">
            <a:avLst/>
          </a:prstGeom>
          <a:ln w="0">
            <a:noFill/>
          </a:ln>
        </p:spPr>
      </p:pic>
      <p:sp>
        <p:nvSpPr>
          <p:cNvPr id="3" name="PlaceHolder 2"/>
          <p:cNvSpPr>
            <a:spLocks noGrp="1"/>
          </p:cNvSpPr>
          <p:nvPr>
            <p:ph type="sldNum" idx="29"/>
          </p:nvPr>
        </p:nvSpPr>
        <p:spPr/>
        <p:txBody>
          <a:bodyPr/>
          <a:p>
            <a:fld id="{F6B4D6C6-92F2-4DB3-B52F-73852346B463}"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7720" y="365040"/>
            <a:ext cx="10510920" cy="13212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rgbClr val="004c6c"/>
                </a:solidFill>
                <a:latin typeface="Arial"/>
                <a:ea typeface="DejaVu Sans"/>
              </a:rPr>
              <a:t>Summary</a:t>
            </a:r>
            <a:endParaRPr b="0" lang="en-IE" sz="4400" spc="-1" strike="noStrike">
              <a:solidFill>
                <a:srgbClr val="000000"/>
              </a:solidFill>
              <a:latin typeface="Arial"/>
            </a:endParaRPr>
          </a:p>
        </p:txBody>
      </p:sp>
      <p:sp>
        <p:nvSpPr>
          <p:cNvPr id="177" name="PlaceHolder 2"/>
          <p:cNvSpPr>
            <a:spLocks noGrp="1"/>
          </p:cNvSpPr>
          <p:nvPr>
            <p:ph/>
          </p:nvPr>
        </p:nvSpPr>
        <p:spPr>
          <a:xfrm>
            <a:off x="825840" y="1260000"/>
            <a:ext cx="10510920" cy="434700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000000"/>
              </a:buClr>
              <a:buFont typeface="Arial"/>
              <a:buChar char="•"/>
            </a:pPr>
            <a:r>
              <a:rPr b="0" lang="en-US" sz="2800" spc="-1" strike="noStrike">
                <a:solidFill>
                  <a:srgbClr val="000000"/>
                </a:solidFill>
                <a:latin typeface="Arial"/>
                <a:ea typeface="DejaVu Sans"/>
              </a:rPr>
              <a:t>Introduced the Arduino and its programming model</a:t>
            </a:r>
            <a:endParaRPr b="0" lang="en-IE" sz="2800" spc="-1" strike="noStrike">
              <a:solidFill>
                <a:srgbClr val="000000"/>
              </a:solidFill>
              <a:latin typeface="Arial"/>
            </a:endParaRPr>
          </a:p>
          <a:p>
            <a:pPr marL="228600" indent="-228600" defTabSz="914400">
              <a:lnSpc>
                <a:spcPct val="150000"/>
              </a:lnSpc>
              <a:spcBef>
                <a:spcPts val="1001"/>
              </a:spcBef>
              <a:buClr>
                <a:srgbClr val="000000"/>
              </a:buClr>
              <a:buFont typeface="Arial"/>
              <a:buChar char="•"/>
            </a:pPr>
            <a:r>
              <a:rPr b="0" lang="en-US" sz="2800" spc="-1" strike="noStrike">
                <a:solidFill>
                  <a:srgbClr val="000000"/>
                </a:solidFill>
                <a:latin typeface="Arial"/>
                <a:ea typeface="DejaVu Sans"/>
              </a:rPr>
              <a:t>Provided a number of examples of Arduino sketches</a:t>
            </a:r>
            <a:endParaRPr b="0" lang="en-IE" sz="2800" spc="-1" strike="noStrike">
              <a:solidFill>
                <a:srgbClr val="000000"/>
              </a:solidFill>
              <a:latin typeface="Arial"/>
            </a:endParaRPr>
          </a:p>
          <a:p>
            <a:pPr marL="228600" indent="-228600" defTabSz="914400">
              <a:lnSpc>
                <a:spcPct val="150000"/>
              </a:lnSpc>
              <a:spcBef>
                <a:spcPts val="1001"/>
              </a:spcBef>
              <a:buClr>
                <a:srgbClr val="000000"/>
              </a:buClr>
              <a:buFont typeface="Arial"/>
              <a:buChar char="•"/>
            </a:pPr>
            <a:r>
              <a:rPr b="0" lang="en-US" sz="2800" spc="-1" strike="noStrike">
                <a:solidFill>
                  <a:srgbClr val="000000"/>
                </a:solidFill>
                <a:latin typeface="Arial"/>
                <a:ea typeface="DejaVu Sans"/>
              </a:rPr>
              <a:t>Described the TMP36 temperature sensor</a:t>
            </a:r>
            <a:endParaRPr b="0" lang="en-IE" sz="2800" spc="-1" strike="noStrike">
              <a:solidFill>
                <a:srgbClr val="000000"/>
              </a:solidFill>
              <a:latin typeface="Arial"/>
            </a:endParaRPr>
          </a:p>
          <a:p>
            <a:pPr marL="228600" indent="-228600" defTabSz="914400">
              <a:lnSpc>
                <a:spcPct val="150000"/>
              </a:lnSpc>
              <a:spcBef>
                <a:spcPts val="1001"/>
              </a:spcBef>
              <a:buClr>
                <a:srgbClr val="000000"/>
              </a:buClr>
              <a:buFont typeface="Arial"/>
              <a:buChar char="•"/>
            </a:pPr>
            <a:r>
              <a:rPr b="0" lang="en-US" sz="2800" spc="-1" strike="noStrike">
                <a:solidFill>
                  <a:srgbClr val="000000"/>
                </a:solidFill>
                <a:latin typeface="Arial"/>
                <a:ea typeface="DejaVu Sans"/>
              </a:rPr>
              <a:t>Gave a basic outline of the Arduino networking API</a:t>
            </a:r>
            <a:endParaRPr b="0" lang="en-IE" sz="2800" spc="-1" strike="noStrike">
              <a:solidFill>
                <a:srgbClr val="000000"/>
              </a:solidFill>
              <a:latin typeface="Arial"/>
            </a:endParaRPr>
          </a:p>
        </p:txBody>
      </p:sp>
      <p:sp>
        <p:nvSpPr>
          <p:cNvPr id="4" name="PlaceHolder 3"/>
          <p:cNvSpPr>
            <a:spLocks noGrp="1"/>
          </p:cNvSpPr>
          <p:nvPr>
            <p:ph type="sldNum" idx="20"/>
          </p:nvPr>
        </p:nvSpPr>
        <p:spPr/>
        <p:txBody>
          <a:bodyPr/>
          <a:p>
            <a:fld id="{E5992E21-662C-443E-A230-7E29AA8CD039}"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610120" y="6388200"/>
            <a:ext cx="2738880" cy="360720"/>
          </a:xfrm>
          <a:prstGeom prst="rect">
            <a:avLst/>
          </a:prstGeom>
          <a:noFill/>
          <a:ln w="0">
            <a:noFill/>
          </a:ln>
        </p:spPr>
        <p:txBody>
          <a:bodyPr numCol="1" spcCol="0" lIns="91440" rIns="91440" tIns="45720" bIns="45720" anchor="ctr">
            <a:noAutofit/>
          </a:bodyPr>
          <a:p>
            <a:pPr indent="0" algn="r" defTabSz="914400">
              <a:lnSpc>
                <a:spcPct val="100000"/>
              </a:lnSpc>
              <a:buNone/>
              <a:tabLst>
                <a:tab algn="l" pos="0"/>
              </a:tabLst>
            </a:pPr>
            <a:fld id="{DCA0C47A-E3D8-45FA-9224-9346E8B74822}" type="slidenum">
              <a:rPr b="1" lang="en-GB" sz="1600" spc="-1" strike="noStrike">
                <a:solidFill>
                  <a:srgbClr val="fafbfd"/>
                </a:solidFill>
                <a:latin typeface="Arial"/>
                <a:ea typeface="DejaVu Sans"/>
              </a:rPr>
              <a:t>&lt;number&gt;</a:t>
            </a:fld>
            <a:endParaRPr b="0" lang="en-IE" sz="1600" spc="-1" strike="noStrike">
              <a:solidFill>
                <a:srgbClr val="ffffff"/>
              </a:solidFill>
              <a:latin typeface="Arial"/>
            </a:endParaRPr>
          </a:p>
        </p:txBody>
      </p:sp>
      <p:sp>
        <p:nvSpPr>
          <p:cNvPr id="179" name="Rectangle 117"/>
          <p:cNvSpPr/>
          <p:nvPr/>
        </p:nvSpPr>
        <p:spPr>
          <a:xfrm>
            <a:off x="1619640" y="2160000"/>
            <a:ext cx="8815680" cy="162216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pPr>
            <a:r>
              <a:rPr b="0" lang="en-IE" sz="3600" spc="-1" strike="noStrike">
                <a:solidFill>
                  <a:srgbClr val="ffffff"/>
                </a:solidFill>
                <a:latin typeface="Arial"/>
                <a:ea typeface="DejaVu Sans"/>
              </a:rPr>
              <a:t>That’s all for this week</a:t>
            </a:r>
            <a:endParaRPr b="0" lang="en-IE" sz="3600" spc="-1" strike="noStrike">
              <a:solidFill>
                <a:srgbClr val="ffffff"/>
              </a:solidFill>
              <a:latin typeface="Arial"/>
            </a:endParaRPr>
          </a:p>
          <a:p>
            <a:pPr algn="ctr" defTabSz="914400">
              <a:lnSpc>
                <a:spcPct val="100000"/>
              </a:lnSpc>
            </a:pPr>
            <a:endParaRPr b="0" lang="en-IE" sz="3600" spc="-1" strike="noStrike">
              <a:solidFill>
                <a:srgbClr val="ffffff"/>
              </a:solidFill>
              <a:latin typeface="Arial"/>
            </a:endParaRPr>
          </a:p>
          <a:p>
            <a:pPr algn="ctr" defTabSz="914400">
              <a:lnSpc>
                <a:spcPct val="100000"/>
              </a:lnSpc>
            </a:pPr>
            <a:r>
              <a:rPr b="0" lang="en-IE" sz="3600" spc="-1" strike="noStrike">
                <a:solidFill>
                  <a:srgbClr val="ffffff"/>
                </a:solidFill>
                <a:latin typeface="Arial"/>
                <a:ea typeface="DejaVu Sans"/>
              </a:rPr>
              <a:t>Thanks for your attention!</a:t>
            </a:r>
            <a:endParaRPr b="0" lang="en-IE" sz="3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547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2025-01-27T13:51:31Z</dcterms:created>
  <dc:creator/>
  <dc:description/>
  <dc:language>en-IE</dc:language>
  <cp:lastModifiedBy/>
  <dcterms:modified xsi:type="dcterms:W3CDTF">2025-11-13T08:27:26Z</dcterms:modified>
  <cp:revision>259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Widescreen</vt:lpwstr>
  </property>
  <property fmtid="{D5CDD505-2E9C-101B-9397-08002B2CF9AE}" pid="4" name="Slides">
    <vt:i4>21</vt:i4>
  </property>
</Properties>
</file>